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handoutMasterIdLst>
    <p:handoutMasterId r:id="rId48"/>
  </p:handoutMasterIdLst>
  <p:sldIdLst>
    <p:sldId id="265" r:id="rId2"/>
    <p:sldId id="327" r:id="rId3"/>
    <p:sldId id="295" r:id="rId4"/>
    <p:sldId id="309" r:id="rId5"/>
    <p:sldId id="310" r:id="rId6"/>
    <p:sldId id="294" r:id="rId7"/>
    <p:sldId id="311" r:id="rId8"/>
    <p:sldId id="312" r:id="rId9"/>
    <p:sldId id="266" r:id="rId10"/>
    <p:sldId id="267" r:id="rId11"/>
    <p:sldId id="308" r:id="rId12"/>
    <p:sldId id="313" r:id="rId13"/>
    <p:sldId id="319" r:id="rId14"/>
    <p:sldId id="303" r:id="rId15"/>
    <p:sldId id="307" r:id="rId16"/>
    <p:sldId id="320" r:id="rId17"/>
    <p:sldId id="322" r:id="rId18"/>
    <p:sldId id="323" r:id="rId19"/>
    <p:sldId id="324" r:id="rId20"/>
    <p:sldId id="269" r:id="rId21"/>
    <p:sldId id="270" r:id="rId22"/>
    <p:sldId id="281" r:id="rId23"/>
    <p:sldId id="282" r:id="rId24"/>
    <p:sldId id="301" r:id="rId25"/>
    <p:sldId id="271" r:id="rId26"/>
    <p:sldId id="299" r:id="rId27"/>
    <p:sldId id="283" r:id="rId28"/>
    <p:sldId id="321" r:id="rId29"/>
    <p:sldId id="326" r:id="rId30"/>
    <p:sldId id="272" r:id="rId31"/>
    <p:sldId id="284" r:id="rId32"/>
    <p:sldId id="298" r:id="rId33"/>
    <p:sldId id="279" r:id="rId34"/>
    <p:sldId id="276" r:id="rId35"/>
    <p:sldId id="259" r:id="rId36"/>
    <p:sldId id="260" r:id="rId37"/>
    <p:sldId id="263" r:id="rId38"/>
    <p:sldId id="264" r:id="rId39"/>
    <p:sldId id="285" r:id="rId40"/>
    <p:sldId id="315" r:id="rId41"/>
    <p:sldId id="286" r:id="rId42"/>
    <p:sldId id="314" r:id="rId43"/>
    <p:sldId id="277" r:id="rId44"/>
    <p:sldId id="328" r:id="rId45"/>
    <p:sldId id="288"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590"/>
    <a:srgbClr val="F49201"/>
    <a:srgbClr val="00A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33" autoAdjust="0"/>
    <p:restoredTop sz="73281" autoAdjust="0"/>
  </p:normalViewPr>
  <p:slideViewPr>
    <p:cSldViewPr snapToGrid="0">
      <p:cViewPr varScale="1">
        <p:scale>
          <a:sx n="87" d="100"/>
          <a:sy n="87" d="100"/>
        </p:scale>
        <p:origin x="1256" y="184"/>
      </p:cViewPr>
      <p:guideLst/>
    </p:cSldViewPr>
  </p:slideViewPr>
  <p:notesTextViewPr>
    <p:cViewPr>
      <p:scale>
        <a:sx n="1" d="1"/>
        <a:sy n="1" d="1"/>
      </p:scale>
      <p:origin x="0" y="0"/>
    </p:cViewPr>
  </p:notesTextViewPr>
  <p:notesViewPr>
    <p:cSldViewPr snapToGrid="0">
      <p:cViewPr varScale="1">
        <p:scale>
          <a:sx n="96" d="100"/>
          <a:sy n="96" d="100"/>
        </p:scale>
        <p:origin x="355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_rels/drawing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2C8DFC-E1C8-4672-ACE6-ED2F8F79398C}"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1E9D931B-C9E7-4BA3-BE19-C3C217D5C553}">
      <dgm:prSet/>
      <dgm:spPr>
        <a:solidFill>
          <a:srgbClr val="F49201"/>
        </a:solidFill>
      </dgm:spPr>
      <dgm:t>
        <a:bodyPr/>
        <a:lstStyle/>
        <a:p>
          <a:r>
            <a:rPr lang="en-CA" dirty="0"/>
            <a:t>Esta presentación examina las mejoras del lenguaje Java</a:t>
          </a:r>
          <a:endParaRPr lang="en-US" dirty="0"/>
        </a:p>
      </dgm:t>
    </dgm:pt>
    <dgm:pt modelId="{79E8D2C9-9B1D-4E02-AB4B-5F2937375C79}" type="parTrans" cxnId="{5136064B-1D46-42EC-95CB-EF844166172D}">
      <dgm:prSet/>
      <dgm:spPr/>
      <dgm:t>
        <a:bodyPr/>
        <a:lstStyle/>
        <a:p>
          <a:endParaRPr lang="en-US"/>
        </a:p>
      </dgm:t>
    </dgm:pt>
    <dgm:pt modelId="{D25271B8-EA19-4CE5-AE33-9C56516740D7}" type="sibTrans" cxnId="{5136064B-1D46-42EC-95CB-EF844166172D}">
      <dgm:prSet/>
      <dgm:spPr/>
      <dgm:t>
        <a:bodyPr/>
        <a:lstStyle/>
        <a:p>
          <a:endParaRPr lang="en-US"/>
        </a:p>
      </dgm:t>
    </dgm:pt>
    <dgm:pt modelId="{A63EF9ED-6D07-43EE-9C16-5FA6A3EF822A}">
      <dgm:prSet/>
      <dgm:spPr>
        <a:solidFill>
          <a:srgbClr val="F49201">
            <a:alpha val="88000"/>
          </a:srgbClr>
        </a:solidFill>
      </dgm:spPr>
      <dgm:t>
        <a:bodyPr/>
        <a:lstStyle/>
        <a:p>
          <a:r>
            <a:rPr lang="en-CA" dirty="0"/>
            <a:t>Estas mejoras ayudan a disipar algunos de los mitos en torno a Java.</a:t>
          </a:r>
          <a:endParaRPr lang="en-US" dirty="0"/>
        </a:p>
      </dgm:t>
    </dgm:pt>
    <dgm:pt modelId="{0FE61F39-E994-4804-9381-6D30EE17B0EE}" type="parTrans" cxnId="{430916C9-208C-44B4-A4BB-52FD6377ECC9}">
      <dgm:prSet/>
      <dgm:spPr/>
      <dgm:t>
        <a:bodyPr/>
        <a:lstStyle/>
        <a:p>
          <a:endParaRPr lang="en-US"/>
        </a:p>
      </dgm:t>
    </dgm:pt>
    <dgm:pt modelId="{73F5DFAB-69EB-4ADB-B79D-ACA8DEC0AEBA}" type="sibTrans" cxnId="{430916C9-208C-44B4-A4BB-52FD6377ECC9}">
      <dgm:prSet/>
      <dgm:spPr/>
      <dgm:t>
        <a:bodyPr/>
        <a:lstStyle/>
        <a:p>
          <a:endParaRPr lang="en-US"/>
        </a:p>
      </dgm:t>
    </dgm:pt>
    <dgm:pt modelId="{32216DE2-050F-44BB-825C-CBF972457061}">
      <dgm:prSet/>
      <dgm:spPr>
        <a:solidFill>
          <a:srgbClr val="F49201">
            <a:alpha val="80000"/>
          </a:srgbClr>
        </a:solidFill>
      </dgm:spPr>
      <dgm:t>
        <a:bodyPr/>
        <a:lstStyle/>
        <a:p>
          <a:r>
            <a:rPr lang="en-CA" dirty="0"/>
            <a:t>Se trata de por qué Java debería ser el lenguaje que se enseña hoy en día en todos los niveles escolares.</a:t>
          </a:r>
          <a:endParaRPr lang="en-US" dirty="0"/>
        </a:p>
      </dgm:t>
    </dgm:pt>
    <dgm:pt modelId="{0BC0FDFA-1605-42FF-86EE-3B83F84AC727}" type="parTrans" cxnId="{1D0F6C8D-C389-4506-B40B-753C94CECE25}">
      <dgm:prSet/>
      <dgm:spPr/>
      <dgm:t>
        <a:bodyPr/>
        <a:lstStyle/>
        <a:p>
          <a:endParaRPr lang="en-US"/>
        </a:p>
      </dgm:t>
    </dgm:pt>
    <dgm:pt modelId="{F08393E7-DBCF-4281-B6C6-5F0EFD74FEAD}" type="sibTrans" cxnId="{1D0F6C8D-C389-4506-B40B-753C94CECE25}">
      <dgm:prSet/>
      <dgm:spPr/>
      <dgm:t>
        <a:bodyPr/>
        <a:lstStyle/>
        <a:p>
          <a:endParaRPr lang="en-US"/>
        </a:p>
      </dgm:t>
    </dgm:pt>
    <dgm:pt modelId="{E0BD7C70-DD85-469D-B6A4-3D9CAC98F8E3}" type="pres">
      <dgm:prSet presAssocID="{CD2C8DFC-E1C8-4672-ACE6-ED2F8F79398C}" presName="diagram" presStyleCnt="0">
        <dgm:presLayoutVars>
          <dgm:dir/>
          <dgm:resizeHandles val="exact"/>
        </dgm:presLayoutVars>
      </dgm:prSet>
      <dgm:spPr/>
    </dgm:pt>
    <dgm:pt modelId="{1C5CCDCC-FD20-4AE9-BE79-A5D5810EB20E}" type="pres">
      <dgm:prSet presAssocID="{1E9D931B-C9E7-4BA3-BE19-C3C217D5C553}" presName="node" presStyleLbl="node1" presStyleIdx="0" presStyleCnt="3" custScaleY="171128">
        <dgm:presLayoutVars>
          <dgm:bulletEnabled val="1"/>
        </dgm:presLayoutVars>
      </dgm:prSet>
      <dgm:spPr/>
    </dgm:pt>
    <dgm:pt modelId="{9E738ED0-E6EF-43A8-8EA0-A497D28CEE8A}" type="pres">
      <dgm:prSet presAssocID="{D25271B8-EA19-4CE5-AE33-9C56516740D7}" presName="sibTrans" presStyleCnt="0"/>
      <dgm:spPr/>
    </dgm:pt>
    <dgm:pt modelId="{FA9FC9BB-7426-438F-89E2-A9B4865F8F3A}" type="pres">
      <dgm:prSet presAssocID="{A63EF9ED-6D07-43EE-9C16-5FA6A3EF822A}" presName="node" presStyleLbl="node1" presStyleIdx="1" presStyleCnt="3" custScaleY="171128">
        <dgm:presLayoutVars>
          <dgm:bulletEnabled val="1"/>
        </dgm:presLayoutVars>
      </dgm:prSet>
      <dgm:spPr/>
    </dgm:pt>
    <dgm:pt modelId="{80B7E16E-C02B-4CBD-B489-1721CC5DA7C4}" type="pres">
      <dgm:prSet presAssocID="{73F5DFAB-69EB-4ADB-B79D-ACA8DEC0AEBA}" presName="sibTrans" presStyleCnt="0"/>
      <dgm:spPr/>
    </dgm:pt>
    <dgm:pt modelId="{F9B12F6D-A1D8-46E9-A95C-C5D90C0E82C6}" type="pres">
      <dgm:prSet presAssocID="{32216DE2-050F-44BB-825C-CBF972457061}" presName="node" presStyleLbl="node1" presStyleIdx="2" presStyleCnt="3" custScaleY="164249">
        <dgm:presLayoutVars>
          <dgm:bulletEnabled val="1"/>
        </dgm:presLayoutVars>
      </dgm:prSet>
      <dgm:spPr/>
    </dgm:pt>
  </dgm:ptLst>
  <dgm:cxnLst>
    <dgm:cxn modelId="{1B88841C-94F0-4728-B469-2007516D4155}" type="presOf" srcId="{CD2C8DFC-E1C8-4672-ACE6-ED2F8F79398C}" destId="{E0BD7C70-DD85-469D-B6A4-3D9CAC98F8E3}" srcOrd="0" destOrd="0" presId="urn:microsoft.com/office/officeart/2005/8/layout/default"/>
    <dgm:cxn modelId="{59EEFD4A-7570-46CB-B924-E2701F6C2864}" type="presOf" srcId="{32216DE2-050F-44BB-825C-CBF972457061}" destId="{F9B12F6D-A1D8-46E9-A95C-C5D90C0E82C6}" srcOrd="0" destOrd="0" presId="urn:microsoft.com/office/officeart/2005/8/layout/default"/>
    <dgm:cxn modelId="{5136064B-1D46-42EC-95CB-EF844166172D}" srcId="{CD2C8DFC-E1C8-4672-ACE6-ED2F8F79398C}" destId="{1E9D931B-C9E7-4BA3-BE19-C3C217D5C553}" srcOrd="0" destOrd="0" parTransId="{79E8D2C9-9B1D-4E02-AB4B-5F2937375C79}" sibTransId="{D25271B8-EA19-4CE5-AE33-9C56516740D7}"/>
    <dgm:cxn modelId="{6AE44855-1259-43E2-9C17-AAE1202043A1}" type="presOf" srcId="{1E9D931B-C9E7-4BA3-BE19-C3C217D5C553}" destId="{1C5CCDCC-FD20-4AE9-BE79-A5D5810EB20E}" srcOrd="0" destOrd="0" presId="urn:microsoft.com/office/officeart/2005/8/layout/default"/>
    <dgm:cxn modelId="{1D0F6C8D-C389-4506-B40B-753C94CECE25}" srcId="{CD2C8DFC-E1C8-4672-ACE6-ED2F8F79398C}" destId="{32216DE2-050F-44BB-825C-CBF972457061}" srcOrd="2" destOrd="0" parTransId="{0BC0FDFA-1605-42FF-86EE-3B83F84AC727}" sibTransId="{F08393E7-DBCF-4281-B6C6-5F0EFD74FEAD}"/>
    <dgm:cxn modelId="{3DD64CBF-AF8B-4316-A256-42BCC448CF72}" type="presOf" srcId="{A63EF9ED-6D07-43EE-9C16-5FA6A3EF822A}" destId="{FA9FC9BB-7426-438F-89E2-A9B4865F8F3A}" srcOrd="0" destOrd="0" presId="urn:microsoft.com/office/officeart/2005/8/layout/default"/>
    <dgm:cxn modelId="{430916C9-208C-44B4-A4BB-52FD6377ECC9}" srcId="{CD2C8DFC-E1C8-4672-ACE6-ED2F8F79398C}" destId="{A63EF9ED-6D07-43EE-9C16-5FA6A3EF822A}" srcOrd="1" destOrd="0" parTransId="{0FE61F39-E994-4804-9381-6D30EE17B0EE}" sibTransId="{73F5DFAB-69EB-4ADB-B79D-ACA8DEC0AEBA}"/>
    <dgm:cxn modelId="{BAB95310-36D3-42B5-8671-4CAA4832130C}" type="presParOf" srcId="{E0BD7C70-DD85-469D-B6A4-3D9CAC98F8E3}" destId="{1C5CCDCC-FD20-4AE9-BE79-A5D5810EB20E}" srcOrd="0" destOrd="0" presId="urn:microsoft.com/office/officeart/2005/8/layout/default"/>
    <dgm:cxn modelId="{A3A1199C-A001-4FEF-B0C7-E370A7DE6DCE}" type="presParOf" srcId="{E0BD7C70-DD85-469D-B6A4-3D9CAC98F8E3}" destId="{9E738ED0-E6EF-43A8-8EA0-A497D28CEE8A}" srcOrd="1" destOrd="0" presId="urn:microsoft.com/office/officeart/2005/8/layout/default"/>
    <dgm:cxn modelId="{7590147C-22F1-4B6D-A093-AFA1BAF3B1C1}" type="presParOf" srcId="{E0BD7C70-DD85-469D-B6A4-3D9CAC98F8E3}" destId="{FA9FC9BB-7426-438F-89E2-A9B4865F8F3A}" srcOrd="2" destOrd="0" presId="urn:microsoft.com/office/officeart/2005/8/layout/default"/>
    <dgm:cxn modelId="{3AF9934B-56A4-4D43-B7E5-A191F4DC2B17}" type="presParOf" srcId="{E0BD7C70-DD85-469D-B6A4-3D9CAC98F8E3}" destId="{80B7E16E-C02B-4CBD-B489-1721CC5DA7C4}" srcOrd="3" destOrd="0" presId="urn:microsoft.com/office/officeart/2005/8/layout/default"/>
    <dgm:cxn modelId="{EA742C61-F4F3-4A1E-A6F0-EFAE08052BA7}" type="presParOf" srcId="{E0BD7C70-DD85-469D-B6A4-3D9CAC98F8E3}" destId="{F9B12F6D-A1D8-46E9-A95C-C5D90C0E82C6}"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F00AD74-CFD7-4DA4-8579-0E0DFC80D3F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E380212F-CA03-43E5-974E-7426950EA5B8}">
      <dgm:prSet custT="1"/>
      <dgm:spPr/>
      <dgm:t>
        <a:bodyPr/>
        <a:lstStyle/>
        <a:p>
          <a:r>
            <a:rPr lang="en-CA" sz="2800" dirty="0"/>
            <a:t>Una herramienta para simplificar la enseñanza.</a:t>
          </a:r>
          <a:endParaRPr lang="en-US" sz="2800" dirty="0"/>
        </a:p>
      </dgm:t>
    </dgm:pt>
    <dgm:pt modelId="{BF138114-A34D-46FD-91E9-57EE6C450F50}" type="parTrans" cxnId="{E31486F1-9A65-4B0F-A8FD-8F1609013155}">
      <dgm:prSet/>
      <dgm:spPr/>
      <dgm:t>
        <a:bodyPr/>
        <a:lstStyle/>
        <a:p>
          <a:endParaRPr lang="en-US"/>
        </a:p>
      </dgm:t>
    </dgm:pt>
    <dgm:pt modelId="{62CE588C-B445-40A1-B236-F3762B404F49}" type="sibTrans" cxnId="{E31486F1-9A65-4B0F-A8FD-8F1609013155}">
      <dgm:prSet/>
      <dgm:spPr/>
      <dgm:t>
        <a:bodyPr/>
        <a:lstStyle/>
        <a:p>
          <a:endParaRPr lang="en-US"/>
        </a:p>
      </dgm:t>
    </dgm:pt>
    <dgm:pt modelId="{8D4B9EA0-86A1-409A-8138-AC5268C56692}">
      <dgm:prSet custT="1"/>
      <dgm:spPr/>
      <dgm:t>
        <a:bodyPr/>
        <a:lstStyle/>
        <a:p>
          <a:r>
            <a:rPr lang="en-CA" sz="2800" dirty="0"/>
            <a:t>Ejecución a medida que ingresa código y presiona Enter.</a:t>
          </a:r>
          <a:endParaRPr lang="en-US" sz="2800" dirty="0"/>
        </a:p>
      </dgm:t>
    </dgm:pt>
    <dgm:pt modelId="{1F2C8C0C-989F-48AF-9FC9-0DCD582CA497}" type="parTrans" cxnId="{AE91A3C5-6D9E-4AD4-942A-5CE73A484609}">
      <dgm:prSet/>
      <dgm:spPr/>
      <dgm:t>
        <a:bodyPr/>
        <a:lstStyle/>
        <a:p>
          <a:endParaRPr lang="en-US"/>
        </a:p>
      </dgm:t>
    </dgm:pt>
    <dgm:pt modelId="{24ED4A79-03F4-4413-AFF0-A9508E33DBBC}" type="sibTrans" cxnId="{AE91A3C5-6D9E-4AD4-942A-5CE73A484609}">
      <dgm:prSet/>
      <dgm:spPr/>
      <dgm:t>
        <a:bodyPr/>
        <a:lstStyle/>
        <a:p>
          <a:endParaRPr lang="en-US"/>
        </a:p>
      </dgm:t>
    </dgm:pt>
    <dgm:pt modelId="{2227665B-BEC5-4D8A-89D9-D8556E358C11}">
      <dgm:prSet custT="1"/>
      <dgm:spPr/>
      <dgm:t>
        <a:bodyPr/>
        <a:lstStyle/>
        <a:p>
          <a:r>
            <a:rPr lang="en-CA" sz="3200" dirty="0"/>
            <a:t>Respuesta inmediata línea por línea</a:t>
          </a:r>
          <a:r>
            <a:rPr lang="en-CA" sz="2800" dirty="0"/>
            <a:t>.</a:t>
          </a:r>
          <a:endParaRPr lang="en-US" sz="2800" dirty="0"/>
        </a:p>
      </dgm:t>
    </dgm:pt>
    <dgm:pt modelId="{17FD95AA-6C15-49BE-A52D-CBCE74FCE412}" type="parTrans" cxnId="{6E59F1EC-93D1-448A-9429-CAA85F48D25E}">
      <dgm:prSet/>
      <dgm:spPr/>
      <dgm:t>
        <a:bodyPr/>
        <a:lstStyle/>
        <a:p>
          <a:endParaRPr lang="en-US"/>
        </a:p>
      </dgm:t>
    </dgm:pt>
    <dgm:pt modelId="{713BF1F5-7FFF-41BF-9A36-F39EF0AC8EEA}" type="sibTrans" cxnId="{6E59F1EC-93D1-448A-9429-CAA85F48D25E}">
      <dgm:prSet/>
      <dgm:spPr/>
      <dgm:t>
        <a:bodyPr/>
        <a:lstStyle/>
        <a:p>
          <a:endParaRPr lang="en-US"/>
        </a:p>
      </dgm:t>
    </dgm:pt>
    <dgm:pt modelId="{9EE1F659-D0A8-4CB2-A6C1-2030E066E280}">
      <dgm:prSet custT="1"/>
      <dgm:spPr/>
      <dgm:t>
        <a:bodyPr/>
        <a:lstStyle/>
        <a:p>
          <a:r>
            <a:rPr lang="en-CA" sz="2800" dirty="0"/>
            <a:t>También puede escribir métodos completos primero y luego ejecutarlos.</a:t>
          </a:r>
          <a:endParaRPr lang="en-US" sz="2800" dirty="0"/>
        </a:p>
      </dgm:t>
    </dgm:pt>
    <dgm:pt modelId="{253AA000-60A5-4A29-B32A-3384692B2EEB}" type="parTrans" cxnId="{D75D050D-B46E-4F97-8B1E-DC52D0B2C6EB}">
      <dgm:prSet/>
      <dgm:spPr/>
      <dgm:t>
        <a:bodyPr/>
        <a:lstStyle/>
        <a:p>
          <a:endParaRPr lang="en-US"/>
        </a:p>
      </dgm:t>
    </dgm:pt>
    <dgm:pt modelId="{FAAF0C9E-7177-4E11-91F2-5A5256A77AD4}" type="sibTrans" cxnId="{D75D050D-B46E-4F97-8B1E-DC52D0B2C6EB}">
      <dgm:prSet/>
      <dgm:spPr/>
      <dgm:t>
        <a:bodyPr/>
        <a:lstStyle/>
        <a:p>
          <a:endParaRPr lang="en-US"/>
        </a:p>
      </dgm:t>
    </dgm:pt>
    <dgm:pt modelId="{45AAC7F7-D4AF-4F56-AAC1-6E93EE92B4F3}">
      <dgm:prSet custT="1"/>
      <dgm:spPr/>
      <dgm:t>
        <a:bodyPr/>
        <a:lstStyle/>
        <a:p>
          <a:r>
            <a:rPr lang="en-CA" sz="3200" dirty="0"/>
            <a:t>Ideal para enseñar Java una línea a la </a:t>
          </a:r>
          <a:r>
            <a:rPr lang="en-CA" sz="2800" dirty="0"/>
            <a:t>vez</a:t>
          </a:r>
          <a:r>
            <a:rPr lang="en-CA" sz="3200" dirty="0"/>
            <a:t>.</a:t>
          </a:r>
          <a:endParaRPr lang="en-US" sz="3200" dirty="0"/>
        </a:p>
      </dgm:t>
    </dgm:pt>
    <dgm:pt modelId="{E675243D-EF22-4B27-B369-E5A072A230A2}" type="parTrans" cxnId="{E1BFFC8F-F4A0-47D5-9393-D5949130B3FE}">
      <dgm:prSet/>
      <dgm:spPr/>
      <dgm:t>
        <a:bodyPr/>
        <a:lstStyle/>
        <a:p>
          <a:endParaRPr lang="en-US"/>
        </a:p>
      </dgm:t>
    </dgm:pt>
    <dgm:pt modelId="{261FB301-96E4-4768-BF70-B27ACFDD51FF}" type="sibTrans" cxnId="{E1BFFC8F-F4A0-47D5-9393-D5949130B3FE}">
      <dgm:prSet/>
      <dgm:spPr/>
      <dgm:t>
        <a:bodyPr/>
        <a:lstStyle/>
        <a:p>
          <a:endParaRPr lang="en-US"/>
        </a:p>
      </dgm:t>
    </dgm:pt>
    <dgm:pt modelId="{F2884767-5D78-4747-B3AC-A8D960C51E07}" type="pres">
      <dgm:prSet presAssocID="{FF00AD74-CFD7-4DA4-8579-0E0DFC80D3F5}" presName="vert0" presStyleCnt="0">
        <dgm:presLayoutVars>
          <dgm:dir/>
          <dgm:animOne val="branch"/>
          <dgm:animLvl val="lvl"/>
        </dgm:presLayoutVars>
      </dgm:prSet>
      <dgm:spPr/>
    </dgm:pt>
    <dgm:pt modelId="{C05ABD22-4AC1-4E2A-B131-CCC67A30EF07}" type="pres">
      <dgm:prSet presAssocID="{E380212F-CA03-43E5-974E-7426950EA5B8}" presName="thickLine" presStyleLbl="alignNode1" presStyleIdx="0" presStyleCnt="5"/>
      <dgm:spPr/>
    </dgm:pt>
    <dgm:pt modelId="{F13C8969-85E3-469F-B96D-CB34DA4E93D6}" type="pres">
      <dgm:prSet presAssocID="{E380212F-CA03-43E5-974E-7426950EA5B8}" presName="horz1" presStyleCnt="0"/>
      <dgm:spPr/>
    </dgm:pt>
    <dgm:pt modelId="{D66126E4-4563-49BE-9E0B-06A53A9C0857}" type="pres">
      <dgm:prSet presAssocID="{E380212F-CA03-43E5-974E-7426950EA5B8}" presName="tx1" presStyleLbl="revTx" presStyleIdx="0" presStyleCnt="5" custScaleY="53397" custLinFactNeighborY="-10346"/>
      <dgm:spPr/>
    </dgm:pt>
    <dgm:pt modelId="{EE1C7D84-1F8C-4169-AE3A-CD1D673AA93C}" type="pres">
      <dgm:prSet presAssocID="{E380212F-CA03-43E5-974E-7426950EA5B8}" presName="vert1" presStyleCnt="0"/>
      <dgm:spPr/>
    </dgm:pt>
    <dgm:pt modelId="{9216A449-A885-44B4-ADD4-F0BDF7E7BFA0}" type="pres">
      <dgm:prSet presAssocID="{8D4B9EA0-86A1-409A-8138-AC5268C56692}" presName="thickLine" presStyleLbl="alignNode1" presStyleIdx="1" presStyleCnt="5"/>
      <dgm:spPr/>
    </dgm:pt>
    <dgm:pt modelId="{760D313E-9194-4B5D-BD7C-1F6A2E16986C}" type="pres">
      <dgm:prSet presAssocID="{8D4B9EA0-86A1-409A-8138-AC5268C56692}" presName="horz1" presStyleCnt="0"/>
      <dgm:spPr/>
    </dgm:pt>
    <dgm:pt modelId="{6C4EEF23-6467-45C6-9527-F1E7A0B208B9}" type="pres">
      <dgm:prSet presAssocID="{8D4B9EA0-86A1-409A-8138-AC5268C56692}" presName="tx1" presStyleLbl="revTx" presStyleIdx="1" presStyleCnt="5" custScaleY="78426"/>
      <dgm:spPr/>
    </dgm:pt>
    <dgm:pt modelId="{CCAA30B4-E9AF-406B-9BE3-EE170ACF3A5E}" type="pres">
      <dgm:prSet presAssocID="{8D4B9EA0-86A1-409A-8138-AC5268C56692}" presName="vert1" presStyleCnt="0"/>
      <dgm:spPr/>
    </dgm:pt>
    <dgm:pt modelId="{36D5C27A-0570-49F7-B839-331205C2A63D}" type="pres">
      <dgm:prSet presAssocID="{2227665B-BEC5-4D8A-89D9-D8556E358C11}" presName="thickLine" presStyleLbl="alignNode1" presStyleIdx="2" presStyleCnt="5"/>
      <dgm:spPr/>
    </dgm:pt>
    <dgm:pt modelId="{EDA777D4-CEB2-4780-B21B-0F41F0C0C627}" type="pres">
      <dgm:prSet presAssocID="{2227665B-BEC5-4D8A-89D9-D8556E358C11}" presName="horz1" presStyleCnt="0"/>
      <dgm:spPr/>
    </dgm:pt>
    <dgm:pt modelId="{FADA1890-AC3E-4E8D-B38C-604B1C2E382A}" type="pres">
      <dgm:prSet presAssocID="{2227665B-BEC5-4D8A-89D9-D8556E358C11}" presName="tx1" presStyleLbl="revTx" presStyleIdx="2" presStyleCnt="5" custScaleY="52198"/>
      <dgm:spPr/>
    </dgm:pt>
    <dgm:pt modelId="{9E5070CF-EF40-4065-AB67-E826DB788FBB}" type="pres">
      <dgm:prSet presAssocID="{2227665B-BEC5-4D8A-89D9-D8556E358C11}" presName="vert1" presStyleCnt="0"/>
      <dgm:spPr/>
    </dgm:pt>
    <dgm:pt modelId="{58996D5E-2D6E-459B-985B-3169FF2E7078}" type="pres">
      <dgm:prSet presAssocID="{9EE1F659-D0A8-4CB2-A6C1-2030E066E280}" presName="thickLine" presStyleLbl="alignNode1" presStyleIdx="3" presStyleCnt="5"/>
      <dgm:spPr/>
    </dgm:pt>
    <dgm:pt modelId="{8B9A93BA-5FB9-4C40-9706-D147EA5090A0}" type="pres">
      <dgm:prSet presAssocID="{9EE1F659-D0A8-4CB2-A6C1-2030E066E280}" presName="horz1" presStyleCnt="0"/>
      <dgm:spPr/>
    </dgm:pt>
    <dgm:pt modelId="{B3CF9693-1B56-44C7-8C22-E69B83792EEC}" type="pres">
      <dgm:prSet presAssocID="{9EE1F659-D0A8-4CB2-A6C1-2030E066E280}" presName="tx1" presStyleLbl="revTx" presStyleIdx="3" presStyleCnt="5"/>
      <dgm:spPr/>
    </dgm:pt>
    <dgm:pt modelId="{855E1470-251F-48C0-A3F9-B5295060E602}" type="pres">
      <dgm:prSet presAssocID="{9EE1F659-D0A8-4CB2-A6C1-2030E066E280}" presName="vert1" presStyleCnt="0"/>
      <dgm:spPr/>
    </dgm:pt>
    <dgm:pt modelId="{B0835B5C-2AD9-41CA-AEAA-235B67E3C1D2}" type="pres">
      <dgm:prSet presAssocID="{45AAC7F7-D4AF-4F56-AAC1-6E93EE92B4F3}" presName="thickLine" presStyleLbl="alignNode1" presStyleIdx="4" presStyleCnt="5"/>
      <dgm:spPr/>
    </dgm:pt>
    <dgm:pt modelId="{C43EFC16-FBAB-493E-9C9D-8AA10761C25F}" type="pres">
      <dgm:prSet presAssocID="{45AAC7F7-D4AF-4F56-AAC1-6E93EE92B4F3}" presName="horz1" presStyleCnt="0"/>
      <dgm:spPr/>
    </dgm:pt>
    <dgm:pt modelId="{6EA67E0F-239A-45A6-8D86-F420ACBF7F72}" type="pres">
      <dgm:prSet presAssocID="{45AAC7F7-D4AF-4F56-AAC1-6E93EE92B4F3}" presName="tx1" presStyleLbl="revTx" presStyleIdx="4" presStyleCnt="5"/>
      <dgm:spPr/>
    </dgm:pt>
    <dgm:pt modelId="{620B3F8D-1EEB-455B-9519-B12B35E0A661}" type="pres">
      <dgm:prSet presAssocID="{45AAC7F7-D4AF-4F56-AAC1-6E93EE92B4F3}" presName="vert1" presStyleCnt="0"/>
      <dgm:spPr/>
    </dgm:pt>
  </dgm:ptLst>
  <dgm:cxnLst>
    <dgm:cxn modelId="{D75D050D-B46E-4F97-8B1E-DC52D0B2C6EB}" srcId="{FF00AD74-CFD7-4DA4-8579-0E0DFC80D3F5}" destId="{9EE1F659-D0A8-4CB2-A6C1-2030E066E280}" srcOrd="3" destOrd="0" parTransId="{253AA000-60A5-4A29-B32A-3384692B2EEB}" sibTransId="{FAAF0C9E-7177-4E11-91F2-5A5256A77AD4}"/>
    <dgm:cxn modelId="{F1637D1D-84B6-41FC-9610-0FE0CE7FADF9}" type="presOf" srcId="{FF00AD74-CFD7-4DA4-8579-0E0DFC80D3F5}" destId="{F2884767-5D78-4747-B3AC-A8D960C51E07}" srcOrd="0" destOrd="0" presId="urn:microsoft.com/office/officeart/2008/layout/LinedList"/>
    <dgm:cxn modelId="{40F9C555-BC27-488F-9AF0-6A9AA2312559}" type="presOf" srcId="{E380212F-CA03-43E5-974E-7426950EA5B8}" destId="{D66126E4-4563-49BE-9E0B-06A53A9C0857}" srcOrd="0" destOrd="0" presId="urn:microsoft.com/office/officeart/2008/layout/LinedList"/>
    <dgm:cxn modelId="{DEF73473-5B5D-46F7-96BE-9EEE0BC7D599}" type="presOf" srcId="{45AAC7F7-D4AF-4F56-AAC1-6E93EE92B4F3}" destId="{6EA67E0F-239A-45A6-8D86-F420ACBF7F72}" srcOrd="0" destOrd="0" presId="urn:microsoft.com/office/officeart/2008/layout/LinedList"/>
    <dgm:cxn modelId="{E1BFFC8F-F4A0-47D5-9393-D5949130B3FE}" srcId="{FF00AD74-CFD7-4DA4-8579-0E0DFC80D3F5}" destId="{45AAC7F7-D4AF-4F56-AAC1-6E93EE92B4F3}" srcOrd="4" destOrd="0" parTransId="{E675243D-EF22-4B27-B369-E5A072A230A2}" sibTransId="{261FB301-96E4-4768-BF70-B27ACFDD51FF}"/>
    <dgm:cxn modelId="{FC56D2A2-CBEF-42FE-AD4D-09E0AD223AF0}" type="presOf" srcId="{9EE1F659-D0A8-4CB2-A6C1-2030E066E280}" destId="{B3CF9693-1B56-44C7-8C22-E69B83792EEC}" srcOrd="0" destOrd="0" presId="urn:microsoft.com/office/officeart/2008/layout/LinedList"/>
    <dgm:cxn modelId="{AE91A3C5-6D9E-4AD4-942A-5CE73A484609}" srcId="{FF00AD74-CFD7-4DA4-8579-0E0DFC80D3F5}" destId="{8D4B9EA0-86A1-409A-8138-AC5268C56692}" srcOrd="1" destOrd="0" parTransId="{1F2C8C0C-989F-48AF-9FC9-0DCD582CA497}" sibTransId="{24ED4A79-03F4-4413-AFF0-A9508E33DBBC}"/>
    <dgm:cxn modelId="{8B5488DE-49C5-4B03-B8AC-326DA3340DCB}" type="presOf" srcId="{2227665B-BEC5-4D8A-89D9-D8556E358C11}" destId="{FADA1890-AC3E-4E8D-B38C-604B1C2E382A}" srcOrd="0" destOrd="0" presId="urn:microsoft.com/office/officeart/2008/layout/LinedList"/>
    <dgm:cxn modelId="{9D6BBDE2-BF06-4EE9-BA7A-24315AA534FA}" type="presOf" srcId="{8D4B9EA0-86A1-409A-8138-AC5268C56692}" destId="{6C4EEF23-6467-45C6-9527-F1E7A0B208B9}" srcOrd="0" destOrd="0" presId="urn:microsoft.com/office/officeart/2008/layout/LinedList"/>
    <dgm:cxn modelId="{6E59F1EC-93D1-448A-9429-CAA85F48D25E}" srcId="{FF00AD74-CFD7-4DA4-8579-0E0DFC80D3F5}" destId="{2227665B-BEC5-4D8A-89D9-D8556E358C11}" srcOrd="2" destOrd="0" parTransId="{17FD95AA-6C15-49BE-A52D-CBCE74FCE412}" sibTransId="{713BF1F5-7FFF-41BF-9A36-F39EF0AC8EEA}"/>
    <dgm:cxn modelId="{E31486F1-9A65-4B0F-A8FD-8F1609013155}" srcId="{FF00AD74-CFD7-4DA4-8579-0E0DFC80D3F5}" destId="{E380212F-CA03-43E5-974E-7426950EA5B8}" srcOrd="0" destOrd="0" parTransId="{BF138114-A34D-46FD-91E9-57EE6C450F50}" sibTransId="{62CE588C-B445-40A1-B236-F3762B404F49}"/>
    <dgm:cxn modelId="{36699CDD-545D-468B-9890-DCD61BF7B0D6}" type="presParOf" srcId="{F2884767-5D78-4747-B3AC-A8D960C51E07}" destId="{C05ABD22-4AC1-4E2A-B131-CCC67A30EF07}" srcOrd="0" destOrd="0" presId="urn:microsoft.com/office/officeart/2008/layout/LinedList"/>
    <dgm:cxn modelId="{DDD57B0F-1A62-4D17-8859-DDBE811E7171}" type="presParOf" srcId="{F2884767-5D78-4747-B3AC-A8D960C51E07}" destId="{F13C8969-85E3-469F-B96D-CB34DA4E93D6}" srcOrd="1" destOrd="0" presId="urn:microsoft.com/office/officeart/2008/layout/LinedList"/>
    <dgm:cxn modelId="{1977C697-14C7-4C84-BB0D-1FEB538BE6F6}" type="presParOf" srcId="{F13C8969-85E3-469F-B96D-CB34DA4E93D6}" destId="{D66126E4-4563-49BE-9E0B-06A53A9C0857}" srcOrd="0" destOrd="0" presId="urn:microsoft.com/office/officeart/2008/layout/LinedList"/>
    <dgm:cxn modelId="{02421A41-35DA-4FEB-987C-961284F0382F}" type="presParOf" srcId="{F13C8969-85E3-469F-B96D-CB34DA4E93D6}" destId="{EE1C7D84-1F8C-4169-AE3A-CD1D673AA93C}" srcOrd="1" destOrd="0" presId="urn:microsoft.com/office/officeart/2008/layout/LinedList"/>
    <dgm:cxn modelId="{B11C3064-2278-44BC-8F96-680E70356712}" type="presParOf" srcId="{F2884767-5D78-4747-B3AC-A8D960C51E07}" destId="{9216A449-A885-44B4-ADD4-F0BDF7E7BFA0}" srcOrd="2" destOrd="0" presId="urn:microsoft.com/office/officeart/2008/layout/LinedList"/>
    <dgm:cxn modelId="{E0633492-C706-401B-BF40-894192E4FD51}" type="presParOf" srcId="{F2884767-5D78-4747-B3AC-A8D960C51E07}" destId="{760D313E-9194-4B5D-BD7C-1F6A2E16986C}" srcOrd="3" destOrd="0" presId="urn:microsoft.com/office/officeart/2008/layout/LinedList"/>
    <dgm:cxn modelId="{49AD265B-203F-45BC-964A-B273758C31CE}" type="presParOf" srcId="{760D313E-9194-4B5D-BD7C-1F6A2E16986C}" destId="{6C4EEF23-6467-45C6-9527-F1E7A0B208B9}" srcOrd="0" destOrd="0" presId="urn:microsoft.com/office/officeart/2008/layout/LinedList"/>
    <dgm:cxn modelId="{DB2A030D-2541-4639-B026-5A6CA737AD47}" type="presParOf" srcId="{760D313E-9194-4B5D-BD7C-1F6A2E16986C}" destId="{CCAA30B4-E9AF-406B-9BE3-EE170ACF3A5E}" srcOrd="1" destOrd="0" presId="urn:microsoft.com/office/officeart/2008/layout/LinedList"/>
    <dgm:cxn modelId="{357D2A37-0D43-4300-91CD-F944FC038524}" type="presParOf" srcId="{F2884767-5D78-4747-B3AC-A8D960C51E07}" destId="{36D5C27A-0570-49F7-B839-331205C2A63D}" srcOrd="4" destOrd="0" presId="urn:microsoft.com/office/officeart/2008/layout/LinedList"/>
    <dgm:cxn modelId="{DF5E0E33-5303-46E0-9F14-2DDC76FDC91D}" type="presParOf" srcId="{F2884767-5D78-4747-B3AC-A8D960C51E07}" destId="{EDA777D4-CEB2-4780-B21B-0F41F0C0C627}" srcOrd="5" destOrd="0" presId="urn:microsoft.com/office/officeart/2008/layout/LinedList"/>
    <dgm:cxn modelId="{27B2AFB5-CB20-4FAE-A68B-039AA6869F90}" type="presParOf" srcId="{EDA777D4-CEB2-4780-B21B-0F41F0C0C627}" destId="{FADA1890-AC3E-4E8D-B38C-604B1C2E382A}" srcOrd="0" destOrd="0" presId="urn:microsoft.com/office/officeart/2008/layout/LinedList"/>
    <dgm:cxn modelId="{15C08727-FE07-480C-8D1A-154940F58954}" type="presParOf" srcId="{EDA777D4-CEB2-4780-B21B-0F41F0C0C627}" destId="{9E5070CF-EF40-4065-AB67-E826DB788FBB}" srcOrd="1" destOrd="0" presId="urn:microsoft.com/office/officeart/2008/layout/LinedList"/>
    <dgm:cxn modelId="{22BD3F4E-F67F-422D-AD0B-555218EB9135}" type="presParOf" srcId="{F2884767-5D78-4747-B3AC-A8D960C51E07}" destId="{58996D5E-2D6E-459B-985B-3169FF2E7078}" srcOrd="6" destOrd="0" presId="urn:microsoft.com/office/officeart/2008/layout/LinedList"/>
    <dgm:cxn modelId="{BEEA088D-560B-43F6-A15B-A08B6830E2CE}" type="presParOf" srcId="{F2884767-5D78-4747-B3AC-A8D960C51E07}" destId="{8B9A93BA-5FB9-4C40-9706-D147EA5090A0}" srcOrd="7" destOrd="0" presId="urn:microsoft.com/office/officeart/2008/layout/LinedList"/>
    <dgm:cxn modelId="{878018D0-4358-4596-A76C-697459733656}" type="presParOf" srcId="{8B9A93BA-5FB9-4C40-9706-D147EA5090A0}" destId="{B3CF9693-1B56-44C7-8C22-E69B83792EEC}" srcOrd="0" destOrd="0" presId="urn:microsoft.com/office/officeart/2008/layout/LinedList"/>
    <dgm:cxn modelId="{838F72A6-F60E-4C0E-9433-972163EEFF4D}" type="presParOf" srcId="{8B9A93BA-5FB9-4C40-9706-D147EA5090A0}" destId="{855E1470-251F-48C0-A3F9-B5295060E602}" srcOrd="1" destOrd="0" presId="urn:microsoft.com/office/officeart/2008/layout/LinedList"/>
    <dgm:cxn modelId="{1595FD4D-2EC9-4C61-87CC-354AFD905B6D}" type="presParOf" srcId="{F2884767-5D78-4747-B3AC-A8D960C51E07}" destId="{B0835B5C-2AD9-41CA-AEAA-235B67E3C1D2}" srcOrd="8" destOrd="0" presId="urn:microsoft.com/office/officeart/2008/layout/LinedList"/>
    <dgm:cxn modelId="{7505A2B8-6249-445A-B195-7E75D3D007F2}" type="presParOf" srcId="{F2884767-5D78-4747-B3AC-A8D960C51E07}" destId="{C43EFC16-FBAB-493E-9C9D-8AA10761C25F}" srcOrd="9" destOrd="0" presId="urn:microsoft.com/office/officeart/2008/layout/LinedList"/>
    <dgm:cxn modelId="{4ED6EEB9-60DD-4C2B-9271-4786CE9CFF9D}" type="presParOf" srcId="{C43EFC16-FBAB-493E-9C9D-8AA10761C25F}" destId="{6EA67E0F-239A-45A6-8D86-F420ACBF7F72}" srcOrd="0" destOrd="0" presId="urn:microsoft.com/office/officeart/2008/layout/LinedList"/>
    <dgm:cxn modelId="{3861F469-DB20-4F56-B26E-EF576FFDE1F1}" type="presParOf" srcId="{C43EFC16-FBAB-493E-9C9D-8AA10761C25F}" destId="{620B3F8D-1EEB-455B-9519-B12B35E0A661}"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F521596-0E93-4110-AD72-29AFFA34AF2D}" type="doc">
      <dgm:prSet loTypeId="urn:microsoft.com/office/officeart/2005/8/layout/vList5" loCatId="list" qsTypeId="urn:microsoft.com/office/officeart/2005/8/quickstyle/simple1" qsCatId="simple" csTypeId="urn:microsoft.com/office/officeart/2005/8/colors/accent6_2" csCatId="accent6" phldr="1"/>
      <dgm:spPr/>
      <dgm:t>
        <a:bodyPr/>
        <a:lstStyle/>
        <a:p>
          <a:endParaRPr lang="en-US"/>
        </a:p>
      </dgm:t>
    </dgm:pt>
    <dgm:pt modelId="{4B2D1BAF-B118-4660-95F3-1E004DC2BC49}">
      <dgm:prSet/>
      <dgm:spPr>
        <a:solidFill>
          <a:srgbClr val="F49201"/>
        </a:solidFill>
      </dgm:spPr>
      <dgm:t>
        <a:bodyPr/>
        <a:lstStyle/>
        <a:p>
          <a:r>
            <a:rPr lang="en-CA"/>
            <a:t>Se acabó:</a:t>
          </a:r>
          <a:endParaRPr lang="en-US"/>
        </a:p>
      </dgm:t>
    </dgm:pt>
    <dgm:pt modelId="{4E091E2F-EDD6-471A-93EB-A4FC9BC27042}" type="parTrans" cxnId="{E4E47B3A-9005-4304-871F-AB5F739E2658}">
      <dgm:prSet/>
      <dgm:spPr/>
      <dgm:t>
        <a:bodyPr/>
        <a:lstStyle/>
        <a:p>
          <a:endParaRPr lang="en-US"/>
        </a:p>
      </dgm:t>
    </dgm:pt>
    <dgm:pt modelId="{2D881FD6-4DC5-4577-9C34-3F595445B198}" type="sibTrans" cxnId="{E4E47B3A-9005-4304-871F-AB5F739E2658}">
      <dgm:prSet/>
      <dgm:spPr/>
      <dgm:t>
        <a:bodyPr/>
        <a:lstStyle/>
        <a:p>
          <a:endParaRPr lang="en-US"/>
        </a:p>
      </dgm:t>
    </dgm:pt>
    <dgm:pt modelId="{6914C0E9-F070-44A1-B0F8-4D1499308726}">
      <dgm:prSet/>
      <dgm:spPr>
        <a:solidFill>
          <a:srgbClr val="F49201">
            <a:alpha val="25000"/>
          </a:srgbClr>
        </a:solidFill>
      </dgm:spPr>
      <dgm:t>
        <a:bodyPr/>
        <a:lstStyle/>
        <a:p>
          <a:r>
            <a:rPr lang="en-CA" dirty="0" err="1">
              <a:latin typeface="Consolas" panose="020B0609020204030204" pitchFamily="49" charset="0"/>
            </a:rPr>
            <a:t>MyClass</a:t>
          </a:r>
          <a:r>
            <a:rPr lang="en-CA" dirty="0">
              <a:latin typeface="Consolas" panose="020B0609020204030204" pitchFamily="49" charset="0"/>
            </a:rPr>
            <a:t> m = new </a:t>
          </a:r>
          <a:r>
            <a:rPr lang="en-CA" dirty="0" err="1">
              <a:latin typeface="Consolas" panose="020B0609020204030204" pitchFamily="49" charset="0"/>
            </a:rPr>
            <a:t>MyClass</a:t>
          </a:r>
          <a:r>
            <a:rPr lang="en-CA" dirty="0">
              <a:latin typeface="Consolas" panose="020B0609020204030204" pitchFamily="49" charset="0"/>
            </a:rPr>
            <a:t>();</a:t>
          </a:r>
          <a:endParaRPr lang="en-US" dirty="0">
            <a:latin typeface="Consolas" panose="020B0609020204030204" pitchFamily="49" charset="0"/>
          </a:endParaRPr>
        </a:p>
      </dgm:t>
    </dgm:pt>
    <dgm:pt modelId="{D68BCA51-42FA-49B1-B67D-CA7BE3E34FD3}" type="parTrans" cxnId="{48416A80-834A-435B-86A6-A2991CA19C3F}">
      <dgm:prSet/>
      <dgm:spPr/>
      <dgm:t>
        <a:bodyPr/>
        <a:lstStyle/>
        <a:p>
          <a:endParaRPr lang="en-US"/>
        </a:p>
      </dgm:t>
    </dgm:pt>
    <dgm:pt modelId="{C1591DFF-5E1A-4EA6-95C2-988CAE074F74}" type="sibTrans" cxnId="{48416A80-834A-435B-86A6-A2991CA19C3F}">
      <dgm:prSet/>
      <dgm:spPr/>
      <dgm:t>
        <a:bodyPr/>
        <a:lstStyle/>
        <a:p>
          <a:endParaRPr lang="en-US"/>
        </a:p>
      </dgm:t>
    </dgm:pt>
    <dgm:pt modelId="{16BE3AC6-2CDE-471E-B5A9-51D4A243F06E}">
      <dgm:prSet/>
      <dgm:spPr>
        <a:solidFill>
          <a:srgbClr val="F49201">
            <a:alpha val="91000"/>
          </a:srgbClr>
        </a:solidFill>
        <a:ln>
          <a:solidFill>
            <a:schemeClr val="lt1">
              <a:hueOff val="0"/>
              <a:satOff val="0"/>
              <a:lumOff val="0"/>
            </a:schemeClr>
          </a:solidFill>
        </a:ln>
      </dgm:spPr>
      <dgm:t>
        <a:bodyPr/>
        <a:lstStyle/>
        <a:p>
          <a:r>
            <a:rPr lang="en-CA"/>
            <a:t>Ahora se convierte en:</a:t>
          </a:r>
          <a:endParaRPr lang="en-US"/>
        </a:p>
      </dgm:t>
    </dgm:pt>
    <dgm:pt modelId="{26212244-23F3-4F98-81E9-C6E0234C6503}" type="parTrans" cxnId="{046CFEC7-7A34-45BB-9887-F6F2D574D296}">
      <dgm:prSet/>
      <dgm:spPr/>
      <dgm:t>
        <a:bodyPr/>
        <a:lstStyle/>
        <a:p>
          <a:endParaRPr lang="en-US"/>
        </a:p>
      </dgm:t>
    </dgm:pt>
    <dgm:pt modelId="{6D6B1E1C-395F-4C72-AD69-C7CA44AA6117}" type="sibTrans" cxnId="{046CFEC7-7A34-45BB-9887-F6F2D574D296}">
      <dgm:prSet/>
      <dgm:spPr/>
      <dgm:t>
        <a:bodyPr/>
        <a:lstStyle/>
        <a:p>
          <a:endParaRPr lang="en-US"/>
        </a:p>
      </dgm:t>
    </dgm:pt>
    <dgm:pt modelId="{E2DF1BD2-7DBB-49B9-938D-64DB1C8415B3}">
      <dgm:prSet/>
      <dgm:spPr>
        <a:solidFill>
          <a:srgbClr val="F49201">
            <a:alpha val="25000"/>
          </a:srgbClr>
        </a:solidFill>
      </dgm:spPr>
      <dgm:t>
        <a:bodyPr/>
        <a:lstStyle/>
        <a:p>
          <a:r>
            <a:rPr lang="en-CA" dirty="0">
              <a:latin typeface="Consolas" panose="020B0609020204030204" pitchFamily="49" charset="0"/>
            </a:rPr>
            <a:t>var m = new </a:t>
          </a:r>
          <a:r>
            <a:rPr lang="en-CA" dirty="0" err="1">
              <a:latin typeface="Consolas" panose="020B0609020204030204" pitchFamily="49" charset="0"/>
            </a:rPr>
            <a:t>MyClass</a:t>
          </a:r>
          <a:r>
            <a:rPr lang="en-CA" dirty="0">
              <a:latin typeface="Consolas" panose="020B0609020204030204" pitchFamily="49" charset="0"/>
            </a:rPr>
            <a:t>();</a:t>
          </a:r>
          <a:endParaRPr lang="en-US" dirty="0">
            <a:latin typeface="Consolas" panose="020B0609020204030204" pitchFamily="49" charset="0"/>
          </a:endParaRPr>
        </a:p>
      </dgm:t>
    </dgm:pt>
    <dgm:pt modelId="{2170BA5E-DDCA-443E-B29F-C53F99CF58BA}" type="parTrans" cxnId="{708B2316-44EA-4CB8-AB96-2BC55C026A71}">
      <dgm:prSet/>
      <dgm:spPr/>
      <dgm:t>
        <a:bodyPr/>
        <a:lstStyle/>
        <a:p>
          <a:endParaRPr lang="en-US"/>
        </a:p>
      </dgm:t>
    </dgm:pt>
    <dgm:pt modelId="{73CA29B5-6BEC-47E0-A86B-3B9B3D2EDA2A}" type="sibTrans" cxnId="{708B2316-44EA-4CB8-AB96-2BC55C026A71}">
      <dgm:prSet/>
      <dgm:spPr/>
      <dgm:t>
        <a:bodyPr/>
        <a:lstStyle/>
        <a:p>
          <a:endParaRPr lang="en-US"/>
        </a:p>
      </dgm:t>
    </dgm:pt>
    <dgm:pt modelId="{7124156B-B13B-439E-BDA6-17D9F25DC315}">
      <dgm:prSet/>
      <dgm:spPr>
        <a:solidFill>
          <a:srgbClr val="F49201">
            <a:alpha val="74000"/>
          </a:srgbClr>
        </a:solidFill>
      </dgm:spPr>
      <dgm:t>
        <a:bodyPr/>
        <a:lstStyle/>
        <a:p>
          <a:r>
            <a:rPr lang="en-CA"/>
            <a:t>Fomenta la creación de objetos únicamente con inicialización</a:t>
          </a:r>
          <a:endParaRPr lang="en-US"/>
        </a:p>
      </dgm:t>
    </dgm:pt>
    <dgm:pt modelId="{AA940367-D571-4218-8C1A-DAC5EA4D3F13}" type="parTrans" cxnId="{669B96C9-CDC6-4CF0-8612-C1FFE605E56A}">
      <dgm:prSet/>
      <dgm:spPr/>
      <dgm:t>
        <a:bodyPr/>
        <a:lstStyle/>
        <a:p>
          <a:endParaRPr lang="en-US"/>
        </a:p>
      </dgm:t>
    </dgm:pt>
    <dgm:pt modelId="{84A0D4A7-2108-4C16-A508-E17EE39FED83}" type="sibTrans" cxnId="{669B96C9-CDC6-4CF0-8612-C1FFE605E56A}">
      <dgm:prSet/>
      <dgm:spPr/>
      <dgm:t>
        <a:bodyPr/>
        <a:lstStyle/>
        <a:p>
          <a:endParaRPr lang="en-US"/>
        </a:p>
      </dgm:t>
    </dgm:pt>
    <dgm:pt modelId="{51C5695D-6A59-4928-8432-B12F23906733}">
      <dgm:prSet/>
      <dgm:spPr>
        <a:solidFill>
          <a:srgbClr val="F49201">
            <a:alpha val="25000"/>
          </a:srgbClr>
        </a:solidFill>
      </dgm:spPr>
      <dgm:t>
        <a:bodyPr/>
        <a:lstStyle/>
        <a:p>
          <a:r>
            <a:rPr lang="en-CA" dirty="0"/>
            <a:t>Reducirá la aparición de la temida </a:t>
          </a:r>
          <a:r>
            <a:rPr lang="en-CA" dirty="0" err="1"/>
            <a:t>NullPointerException</a:t>
          </a:r>
          <a:endParaRPr lang="en-US" dirty="0"/>
        </a:p>
      </dgm:t>
    </dgm:pt>
    <dgm:pt modelId="{DA87ED6D-8321-4158-BB6D-481541646A12}" type="parTrans" cxnId="{8BFB8F93-9B74-4FDD-99A1-E6AC46F842A7}">
      <dgm:prSet/>
      <dgm:spPr/>
      <dgm:t>
        <a:bodyPr/>
        <a:lstStyle/>
        <a:p>
          <a:endParaRPr lang="en-US"/>
        </a:p>
      </dgm:t>
    </dgm:pt>
    <dgm:pt modelId="{3277F37B-10DC-4202-99C2-14751905733D}" type="sibTrans" cxnId="{8BFB8F93-9B74-4FDD-99A1-E6AC46F842A7}">
      <dgm:prSet/>
      <dgm:spPr/>
      <dgm:t>
        <a:bodyPr/>
        <a:lstStyle/>
        <a:p>
          <a:endParaRPr lang="en-US"/>
        </a:p>
      </dgm:t>
    </dgm:pt>
    <dgm:pt modelId="{2CE81B4F-E05D-445D-9CC1-4ADC33892B65}" type="pres">
      <dgm:prSet presAssocID="{8F521596-0E93-4110-AD72-29AFFA34AF2D}" presName="Name0" presStyleCnt="0">
        <dgm:presLayoutVars>
          <dgm:dir/>
          <dgm:animLvl val="lvl"/>
          <dgm:resizeHandles val="exact"/>
        </dgm:presLayoutVars>
      </dgm:prSet>
      <dgm:spPr/>
    </dgm:pt>
    <dgm:pt modelId="{CDAC32BE-DEE9-4DD4-B49B-068E38AF9CE1}" type="pres">
      <dgm:prSet presAssocID="{4B2D1BAF-B118-4660-95F3-1E004DC2BC49}" presName="linNode" presStyleCnt="0"/>
      <dgm:spPr/>
    </dgm:pt>
    <dgm:pt modelId="{71970499-935C-43B4-8D3B-145588179C77}" type="pres">
      <dgm:prSet presAssocID="{4B2D1BAF-B118-4660-95F3-1E004DC2BC49}" presName="parentText" presStyleLbl="node1" presStyleIdx="0" presStyleCnt="3">
        <dgm:presLayoutVars>
          <dgm:chMax val="1"/>
          <dgm:bulletEnabled val="1"/>
        </dgm:presLayoutVars>
      </dgm:prSet>
      <dgm:spPr/>
    </dgm:pt>
    <dgm:pt modelId="{328D312A-669E-4A52-9482-5ACC707CF812}" type="pres">
      <dgm:prSet presAssocID="{4B2D1BAF-B118-4660-95F3-1E004DC2BC49}" presName="descendantText" presStyleLbl="alignAccFollowNode1" presStyleIdx="0" presStyleCnt="3">
        <dgm:presLayoutVars>
          <dgm:bulletEnabled val="1"/>
        </dgm:presLayoutVars>
      </dgm:prSet>
      <dgm:spPr/>
    </dgm:pt>
    <dgm:pt modelId="{8FC7559B-587E-47A3-AC19-E9368AFF0CC8}" type="pres">
      <dgm:prSet presAssocID="{2D881FD6-4DC5-4577-9C34-3F595445B198}" presName="sp" presStyleCnt="0"/>
      <dgm:spPr/>
    </dgm:pt>
    <dgm:pt modelId="{7650AB30-462D-4C9E-8CD7-113B5AAE42EE}" type="pres">
      <dgm:prSet presAssocID="{16BE3AC6-2CDE-471E-B5A9-51D4A243F06E}" presName="linNode" presStyleCnt="0"/>
      <dgm:spPr/>
    </dgm:pt>
    <dgm:pt modelId="{F9358187-C30A-4E00-BE99-C8F4F50F694F}" type="pres">
      <dgm:prSet presAssocID="{16BE3AC6-2CDE-471E-B5A9-51D4A243F06E}" presName="parentText" presStyleLbl="node1" presStyleIdx="1" presStyleCnt="3">
        <dgm:presLayoutVars>
          <dgm:chMax val="1"/>
          <dgm:bulletEnabled val="1"/>
        </dgm:presLayoutVars>
      </dgm:prSet>
      <dgm:spPr/>
    </dgm:pt>
    <dgm:pt modelId="{8ACBA34C-C477-469C-9017-B50B8874BDDD}" type="pres">
      <dgm:prSet presAssocID="{16BE3AC6-2CDE-471E-B5A9-51D4A243F06E}" presName="descendantText" presStyleLbl="alignAccFollowNode1" presStyleIdx="1" presStyleCnt="3">
        <dgm:presLayoutVars>
          <dgm:bulletEnabled val="1"/>
        </dgm:presLayoutVars>
      </dgm:prSet>
      <dgm:spPr/>
    </dgm:pt>
    <dgm:pt modelId="{5D1869F3-D181-4D24-9622-8D4278D56110}" type="pres">
      <dgm:prSet presAssocID="{6D6B1E1C-395F-4C72-AD69-C7CA44AA6117}" presName="sp" presStyleCnt="0"/>
      <dgm:spPr/>
    </dgm:pt>
    <dgm:pt modelId="{B8B38704-797B-448A-B995-1BB6D2E181CF}" type="pres">
      <dgm:prSet presAssocID="{7124156B-B13B-439E-BDA6-17D9F25DC315}" presName="linNode" presStyleCnt="0"/>
      <dgm:spPr/>
    </dgm:pt>
    <dgm:pt modelId="{3F849B3B-BC95-4AEC-805B-2D47FE3455F6}" type="pres">
      <dgm:prSet presAssocID="{7124156B-B13B-439E-BDA6-17D9F25DC315}" presName="parentText" presStyleLbl="node1" presStyleIdx="2" presStyleCnt="3">
        <dgm:presLayoutVars>
          <dgm:chMax val="1"/>
          <dgm:bulletEnabled val="1"/>
        </dgm:presLayoutVars>
      </dgm:prSet>
      <dgm:spPr/>
    </dgm:pt>
    <dgm:pt modelId="{722392FA-5864-49F2-8CA2-52B5AA699977}" type="pres">
      <dgm:prSet presAssocID="{7124156B-B13B-439E-BDA6-17D9F25DC315}" presName="descendantText" presStyleLbl="alignAccFollowNode1" presStyleIdx="2" presStyleCnt="3">
        <dgm:presLayoutVars>
          <dgm:bulletEnabled val="1"/>
        </dgm:presLayoutVars>
      </dgm:prSet>
      <dgm:spPr/>
    </dgm:pt>
  </dgm:ptLst>
  <dgm:cxnLst>
    <dgm:cxn modelId="{708B2316-44EA-4CB8-AB96-2BC55C026A71}" srcId="{16BE3AC6-2CDE-471E-B5A9-51D4A243F06E}" destId="{E2DF1BD2-7DBB-49B9-938D-64DB1C8415B3}" srcOrd="0" destOrd="0" parTransId="{2170BA5E-DDCA-443E-B29F-C53F99CF58BA}" sibTransId="{73CA29B5-6BEC-47E0-A86B-3B9B3D2EDA2A}"/>
    <dgm:cxn modelId="{F0937422-5899-4081-AEE9-19F74107BBF2}" type="presOf" srcId="{16BE3AC6-2CDE-471E-B5A9-51D4A243F06E}" destId="{F9358187-C30A-4E00-BE99-C8F4F50F694F}" srcOrd="0" destOrd="0" presId="urn:microsoft.com/office/officeart/2005/8/layout/vList5"/>
    <dgm:cxn modelId="{E4E47B3A-9005-4304-871F-AB5F739E2658}" srcId="{8F521596-0E93-4110-AD72-29AFFA34AF2D}" destId="{4B2D1BAF-B118-4660-95F3-1E004DC2BC49}" srcOrd="0" destOrd="0" parTransId="{4E091E2F-EDD6-471A-93EB-A4FC9BC27042}" sibTransId="{2D881FD6-4DC5-4577-9C34-3F595445B198}"/>
    <dgm:cxn modelId="{F8113F4F-E6A7-4857-837B-F679F1E263C5}" type="presOf" srcId="{4B2D1BAF-B118-4660-95F3-1E004DC2BC49}" destId="{71970499-935C-43B4-8D3B-145588179C77}" srcOrd="0" destOrd="0" presId="urn:microsoft.com/office/officeart/2005/8/layout/vList5"/>
    <dgm:cxn modelId="{A1FBC65A-94FE-4A43-AFA4-9DB869C36CB1}" type="presOf" srcId="{E2DF1BD2-7DBB-49B9-938D-64DB1C8415B3}" destId="{8ACBA34C-C477-469C-9017-B50B8874BDDD}" srcOrd="0" destOrd="0" presId="urn:microsoft.com/office/officeart/2005/8/layout/vList5"/>
    <dgm:cxn modelId="{637E8976-2C12-49EB-91D9-F507AD9EA7D5}" type="presOf" srcId="{51C5695D-6A59-4928-8432-B12F23906733}" destId="{722392FA-5864-49F2-8CA2-52B5AA699977}" srcOrd="0" destOrd="0" presId="urn:microsoft.com/office/officeart/2005/8/layout/vList5"/>
    <dgm:cxn modelId="{D51C0780-92D1-40E3-8154-A5813F71C1B4}" type="presOf" srcId="{8F521596-0E93-4110-AD72-29AFFA34AF2D}" destId="{2CE81B4F-E05D-445D-9CC1-4ADC33892B65}" srcOrd="0" destOrd="0" presId="urn:microsoft.com/office/officeart/2005/8/layout/vList5"/>
    <dgm:cxn modelId="{48416A80-834A-435B-86A6-A2991CA19C3F}" srcId="{4B2D1BAF-B118-4660-95F3-1E004DC2BC49}" destId="{6914C0E9-F070-44A1-B0F8-4D1499308726}" srcOrd="0" destOrd="0" parTransId="{D68BCA51-42FA-49B1-B67D-CA7BE3E34FD3}" sibTransId="{C1591DFF-5E1A-4EA6-95C2-988CAE074F74}"/>
    <dgm:cxn modelId="{8BFB8F93-9B74-4FDD-99A1-E6AC46F842A7}" srcId="{7124156B-B13B-439E-BDA6-17D9F25DC315}" destId="{51C5695D-6A59-4928-8432-B12F23906733}" srcOrd="0" destOrd="0" parTransId="{DA87ED6D-8321-4158-BB6D-481541646A12}" sibTransId="{3277F37B-10DC-4202-99C2-14751905733D}"/>
    <dgm:cxn modelId="{7AF1AFC5-2FA1-4A9B-9280-47FA8DDCC409}" type="presOf" srcId="{7124156B-B13B-439E-BDA6-17D9F25DC315}" destId="{3F849B3B-BC95-4AEC-805B-2D47FE3455F6}" srcOrd="0" destOrd="0" presId="urn:microsoft.com/office/officeart/2005/8/layout/vList5"/>
    <dgm:cxn modelId="{046CFEC7-7A34-45BB-9887-F6F2D574D296}" srcId="{8F521596-0E93-4110-AD72-29AFFA34AF2D}" destId="{16BE3AC6-2CDE-471E-B5A9-51D4A243F06E}" srcOrd="1" destOrd="0" parTransId="{26212244-23F3-4F98-81E9-C6E0234C6503}" sibTransId="{6D6B1E1C-395F-4C72-AD69-C7CA44AA6117}"/>
    <dgm:cxn modelId="{669B96C9-CDC6-4CF0-8612-C1FFE605E56A}" srcId="{8F521596-0E93-4110-AD72-29AFFA34AF2D}" destId="{7124156B-B13B-439E-BDA6-17D9F25DC315}" srcOrd="2" destOrd="0" parTransId="{AA940367-D571-4218-8C1A-DAC5EA4D3F13}" sibTransId="{84A0D4A7-2108-4C16-A508-E17EE39FED83}"/>
    <dgm:cxn modelId="{D3288ACD-CB2A-46F8-BCF1-9683910883BF}" type="presOf" srcId="{6914C0E9-F070-44A1-B0F8-4D1499308726}" destId="{328D312A-669E-4A52-9482-5ACC707CF812}" srcOrd="0" destOrd="0" presId="urn:microsoft.com/office/officeart/2005/8/layout/vList5"/>
    <dgm:cxn modelId="{2A4F0DBE-90E2-4405-93E9-AC95893857D1}" type="presParOf" srcId="{2CE81B4F-E05D-445D-9CC1-4ADC33892B65}" destId="{CDAC32BE-DEE9-4DD4-B49B-068E38AF9CE1}" srcOrd="0" destOrd="0" presId="urn:microsoft.com/office/officeart/2005/8/layout/vList5"/>
    <dgm:cxn modelId="{CCD12414-FFB2-4394-AD79-B5D7BF432B0D}" type="presParOf" srcId="{CDAC32BE-DEE9-4DD4-B49B-068E38AF9CE1}" destId="{71970499-935C-43B4-8D3B-145588179C77}" srcOrd="0" destOrd="0" presId="urn:microsoft.com/office/officeart/2005/8/layout/vList5"/>
    <dgm:cxn modelId="{68262B68-A42C-4766-94E6-69694AA03304}" type="presParOf" srcId="{CDAC32BE-DEE9-4DD4-B49B-068E38AF9CE1}" destId="{328D312A-669E-4A52-9482-5ACC707CF812}" srcOrd="1" destOrd="0" presId="urn:microsoft.com/office/officeart/2005/8/layout/vList5"/>
    <dgm:cxn modelId="{402020AD-25F5-4B97-9DA3-407F37394631}" type="presParOf" srcId="{2CE81B4F-E05D-445D-9CC1-4ADC33892B65}" destId="{8FC7559B-587E-47A3-AC19-E9368AFF0CC8}" srcOrd="1" destOrd="0" presId="urn:microsoft.com/office/officeart/2005/8/layout/vList5"/>
    <dgm:cxn modelId="{5AEDBB1E-EFB2-494E-AC44-BA04FD45395B}" type="presParOf" srcId="{2CE81B4F-E05D-445D-9CC1-4ADC33892B65}" destId="{7650AB30-462D-4C9E-8CD7-113B5AAE42EE}" srcOrd="2" destOrd="0" presId="urn:microsoft.com/office/officeart/2005/8/layout/vList5"/>
    <dgm:cxn modelId="{398E271E-AD5E-40C8-92D5-1257D57397A3}" type="presParOf" srcId="{7650AB30-462D-4C9E-8CD7-113B5AAE42EE}" destId="{F9358187-C30A-4E00-BE99-C8F4F50F694F}" srcOrd="0" destOrd="0" presId="urn:microsoft.com/office/officeart/2005/8/layout/vList5"/>
    <dgm:cxn modelId="{F5D940FD-DD3F-4D6E-8DFB-F8B0599FEBAA}" type="presParOf" srcId="{7650AB30-462D-4C9E-8CD7-113B5AAE42EE}" destId="{8ACBA34C-C477-469C-9017-B50B8874BDDD}" srcOrd="1" destOrd="0" presId="urn:microsoft.com/office/officeart/2005/8/layout/vList5"/>
    <dgm:cxn modelId="{F6E66D94-94DB-435D-B4C9-BA5EF67B54A8}" type="presParOf" srcId="{2CE81B4F-E05D-445D-9CC1-4ADC33892B65}" destId="{5D1869F3-D181-4D24-9622-8D4278D56110}" srcOrd="3" destOrd="0" presId="urn:microsoft.com/office/officeart/2005/8/layout/vList5"/>
    <dgm:cxn modelId="{0761D3A9-0686-402A-ADFC-5B3C30F4B396}" type="presParOf" srcId="{2CE81B4F-E05D-445D-9CC1-4ADC33892B65}" destId="{B8B38704-797B-448A-B995-1BB6D2E181CF}" srcOrd="4" destOrd="0" presId="urn:microsoft.com/office/officeart/2005/8/layout/vList5"/>
    <dgm:cxn modelId="{E035DEB6-D1C8-473F-A674-E6FFA443FE31}" type="presParOf" srcId="{B8B38704-797B-448A-B995-1BB6D2E181CF}" destId="{3F849B3B-BC95-4AEC-805B-2D47FE3455F6}" srcOrd="0" destOrd="0" presId="urn:microsoft.com/office/officeart/2005/8/layout/vList5"/>
    <dgm:cxn modelId="{6CB634B0-BFEA-4831-AACB-0EAA2AEF514C}" type="presParOf" srcId="{B8B38704-797B-448A-B995-1BB6D2E181CF}" destId="{722392FA-5864-49F2-8CA2-52B5AA69997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3D5D93-C1F8-461E-9FF1-2D1808B3E441}"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5587EAE-7778-402C-A348-CA55C91BC731}">
      <dgm:prSet custT="1"/>
      <dgm:spPr>
        <a:solidFill>
          <a:srgbClr val="F49201">
            <a:alpha val="79000"/>
          </a:srgbClr>
        </a:solidFill>
      </dgm:spPr>
      <dgm:t>
        <a:bodyPr/>
        <a:lstStyle/>
        <a:p>
          <a:r>
            <a:rPr lang="en-CA" sz="2800" dirty="0"/>
            <a:t>Especialmente útil para Strings que contienen HTML, XML y JSON</a:t>
          </a:r>
          <a:endParaRPr lang="en-US" sz="2800" dirty="0"/>
        </a:p>
      </dgm:t>
    </dgm:pt>
    <dgm:pt modelId="{CC2AE9B9-1C13-4086-A3E0-B5AA7DD800DE}" type="parTrans" cxnId="{1B5633C5-9C4B-4C5A-A8BF-0E5DDA010A3D}">
      <dgm:prSet/>
      <dgm:spPr/>
      <dgm:t>
        <a:bodyPr/>
        <a:lstStyle/>
        <a:p>
          <a:endParaRPr lang="en-US"/>
        </a:p>
      </dgm:t>
    </dgm:pt>
    <dgm:pt modelId="{D785BEE1-DFC3-470B-9556-6E562192FFE4}" type="sibTrans" cxnId="{1B5633C5-9C4B-4C5A-A8BF-0E5DDA010A3D}">
      <dgm:prSet/>
      <dgm:spPr/>
      <dgm:t>
        <a:bodyPr/>
        <a:lstStyle/>
        <a:p>
          <a:endParaRPr lang="en-US"/>
        </a:p>
      </dgm:t>
    </dgm:pt>
    <dgm:pt modelId="{74F22166-B6E9-4245-A84E-8E5E3E529B77}">
      <dgm:prSet custT="1"/>
      <dgm:spPr>
        <a:solidFill>
          <a:srgbClr val="F49201">
            <a:alpha val="76000"/>
          </a:srgbClr>
        </a:solidFill>
      </dgm:spPr>
      <dgm:t>
        <a:bodyPr/>
        <a:lstStyle/>
        <a:p>
          <a:r>
            <a:rPr lang="en-CA" sz="2800" dirty="0"/>
            <a:t>¿A quién no le gusta escribir tres comillas seguidas? </a:t>
          </a:r>
          <a:endParaRPr lang="en-US" sz="2800" dirty="0"/>
        </a:p>
      </dgm:t>
    </dgm:pt>
    <dgm:pt modelId="{F1404BCD-36BA-43E2-B363-2428C56B98CE}" type="parTrans" cxnId="{BB48ADA8-0EFB-425E-8409-4F18BB67821D}">
      <dgm:prSet/>
      <dgm:spPr/>
      <dgm:t>
        <a:bodyPr/>
        <a:lstStyle/>
        <a:p>
          <a:endParaRPr lang="en-US"/>
        </a:p>
      </dgm:t>
    </dgm:pt>
    <dgm:pt modelId="{168274BD-F39A-41B6-A586-F675BD22B284}" type="sibTrans" cxnId="{BB48ADA8-0EFB-425E-8409-4F18BB67821D}">
      <dgm:prSet/>
      <dgm:spPr/>
      <dgm:t>
        <a:bodyPr/>
        <a:lstStyle/>
        <a:p>
          <a:endParaRPr lang="en-US"/>
        </a:p>
      </dgm:t>
    </dgm:pt>
    <dgm:pt modelId="{BFE518EC-2840-4D99-A158-72D896AFD114}">
      <dgm:prSet/>
      <dgm:spPr/>
      <dgm:t>
        <a:bodyPr/>
        <a:lstStyle/>
        <a:p>
          <a:r>
            <a:rPr lang="en-CA"/>
            <a:t>"""</a:t>
          </a:r>
          <a:endParaRPr lang="en-US"/>
        </a:p>
      </dgm:t>
    </dgm:pt>
    <dgm:pt modelId="{C28B47A6-0C71-4618-A877-BE44B5E2D971}" type="parTrans" cxnId="{F8DBB8B6-8DEA-479E-8C79-2510404CDB08}">
      <dgm:prSet/>
      <dgm:spPr/>
      <dgm:t>
        <a:bodyPr/>
        <a:lstStyle/>
        <a:p>
          <a:endParaRPr lang="en-US"/>
        </a:p>
      </dgm:t>
    </dgm:pt>
    <dgm:pt modelId="{23563F07-49D6-49D0-BCF0-F55121DC449D}" type="sibTrans" cxnId="{F8DBB8B6-8DEA-479E-8C79-2510404CDB08}">
      <dgm:prSet/>
      <dgm:spPr/>
      <dgm:t>
        <a:bodyPr/>
        <a:lstStyle/>
        <a:p>
          <a:endParaRPr lang="en-US"/>
        </a:p>
      </dgm:t>
    </dgm:pt>
    <dgm:pt modelId="{E26F6ED6-AA6A-4BD6-8AC2-26B00729CD47}">
      <dgm:prSet/>
      <dgm:spPr>
        <a:solidFill>
          <a:schemeClr val="bg1">
            <a:lumMod val="75000"/>
            <a:alpha val="79000"/>
          </a:schemeClr>
        </a:solidFill>
        <a:ln>
          <a:solidFill>
            <a:schemeClr val="accent2">
              <a:tint val="40000"/>
              <a:hueOff val="0"/>
              <a:satOff val="0"/>
              <a:lumOff val="0"/>
            </a:schemeClr>
          </a:solidFill>
        </a:ln>
      </dgm:spPr>
      <dgm:t>
        <a:bodyPr/>
        <a:lstStyle/>
        <a:p>
          <a:r>
            <a:rPr lang="en-CA"/>
            <a:t>"""</a:t>
          </a:r>
          <a:endParaRPr lang="en-US"/>
        </a:p>
      </dgm:t>
    </dgm:pt>
    <dgm:pt modelId="{97AAF106-FDEA-4AAF-BADA-8F8F7FDC5004}" type="sibTrans" cxnId="{6964C0B9-40C1-46E8-A0D8-4D701E9235BB}">
      <dgm:prSet/>
      <dgm:spPr/>
      <dgm:t>
        <a:bodyPr/>
        <a:lstStyle/>
        <a:p>
          <a:endParaRPr lang="en-US"/>
        </a:p>
      </dgm:t>
    </dgm:pt>
    <dgm:pt modelId="{28AB1DB9-5DEC-44A5-8236-7E2CABC7E299}" type="parTrans" cxnId="{6964C0B9-40C1-46E8-A0D8-4D701E9235BB}">
      <dgm:prSet/>
      <dgm:spPr/>
      <dgm:t>
        <a:bodyPr/>
        <a:lstStyle/>
        <a:p>
          <a:endParaRPr lang="en-US"/>
        </a:p>
      </dgm:t>
    </dgm:pt>
    <dgm:pt modelId="{542D6E61-F999-43D1-B55A-CEDDF4FEF58C}">
      <dgm:prSet custT="1"/>
      <dgm:spPr>
        <a:solidFill>
          <a:srgbClr val="F49201"/>
        </a:solidFill>
      </dgm:spPr>
      <dgm:t>
        <a:bodyPr/>
        <a:lstStyle/>
        <a:p>
          <a:r>
            <a:rPr lang="en-CA" sz="2800" dirty="0"/>
            <a:t>Finalmente, lo que ingresa en su código fuente es lo que obtiene</a:t>
          </a:r>
          <a:endParaRPr lang="en-US" sz="2800" dirty="0"/>
        </a:p>
      </dgm:t>
    </dgm:pt>
    <dgm:pt modelId="{27A1B0DA-2845-48A0-8D1C-997E280861EE}" type="sibTrans" cxnId="{6DA9F98E-C289-4881-9557-E9DEF5497C4E}">
      <dgm:prSet/>
      <dgm:spPr/>
      <dgm:t>
        <a:bodyPr/>
        <a:lstStyle/>
        <a:p>
          <a:endParaRPr lang="en-US"/>
        </a:p>
      </dgm:t>
    </dgm:pt>
    <dgm:pt modelId="{1A7BEFC2-E169-4D2D-91E4-8D8391D3F185}" type="parTrans" cxnId="{6DA9F98E-C289-4881-9557-E9DEF5497C4E}">
      <dgm:prSet/>
      <dgm:spPr/>
      <dgm:t>
        <a:bodyPr/>
        <a:lstStyle/>
        <a:p>
          <a:endParaRPr lang="en-US"/>
        </a:p>
      </dgm:t>
    </dgm:pt>
    <dgm:pt modelId="{A41B2552-0045-4ACB-A15D-2D61F3B0EA96}" type="pres">
      <dgm:prSet presAssocID="{863D5D93-C1F8-461E-9FF1-2D1808B3E441}" presName="Name0" presStyleCnt="0">
        <dgm:presLayoutVars>
          <dgm:dir/>
          <dgm:animLvl val="lvl"/>
          <dgm:resizeHandles val="exact"/>
        </dgm:presLayoutVars>
      </dgm:prSet>
      <dgm:spPr/>
    </dgm:pt>
    <dgm:pt modelId="{F1D606B6-4737-4D0B-BEFF-033198150409}" type="pres">
      <dgm:prSet presAssocID="{74F22166-B6E9-4245-A84E-8E5E3E529B77}" presName="boxAndChildren" presStyleCnt="0"/>
      <dgm:spPr/>
    </dgm:pt>
    <dgm:pt modelId="{D8EFDBD7-BB0D-460B-883A-4DC407E8CFB0}" type="pres">
      <dgm:prSet presAssocID="{74F22166-B6E9-4245-A84E-8E5E3E529B77}" presName="parentTextBox" presStyleLbl="node1" presStyleIdx="0" presStyleCnt="3"/>
      <dgm:spPr/>
    </dgm:pt>
    <dgm:pt modelId="{8C07FC29-FD6A-4EF9-8406-E22ED5426BF2}" type="pres">
      <dgm:prSet presAssocID="{74F22166-B6E9-4245-A84E-8E5E3E529B77}" presName="entireBox" presStyleLbl="node1" presStyleIdx="0" presStyleCnt="3" custScaleX="100000" custScaleY="140119" custLinFactNeighborX="-283" custLinFactNeighborY="72"/>
      <dgm:spPr/>
    </dgm:pt>
    <dgm:pt modelId="{EF84B7D0-9255-4A13-8390-48480AEA5A77}" type="pres">
      <dgm:prSet presAssocID="{74F22166-B6E9-4245-A84E-8E5E3E529B77}" presName="descendantBox" presStyleCnt="0"/>
      <dgm:spPr/>
    </dgm:pt>
    <dgm:pt modelId="{31346748-F94C-486A-94BD-7921D3DB8999}" type="pres">
      <dgm:prSet presAssocID="{E26F6ED6-AA6A-4BD6-8AC2-26B00729CD47}" presName="childTextBox" presStyleLbl="fgAccFollowNode1" presStyleIdx="0" presStyleCnt="2" custLinFactY="2637" custLinFactNeighborY="100000">
        <dgm:presLayoutVars>
          <dgm:bulletEnabled val="1"/>
        </dgm:presLayoutVars>
      </dgm:prSet>
      <dgm:spPr/>
    </dgm:pt>
    <dgm:pt modelId="{9F4DAD46-6F39-46C2-90A1-9D1DDB2B2C07}" type="pres">
      <dgm:prSet presAssocID="{BFE518EC-2840-4D99-A158-72D896AFD114}" presName="childTextBox" presStyleLbl="fgAccFollowNode1" presStyleIdx="1" presStyleCnt="2" custLinFactNeighborX="3463" custLinFactNeighborY="47972">
        <dgm:presLayoutVars>
          <dgm:bulletEnabled val="1"/>
        </dgm:presLayoutVars>
      </dgm:prSet>
      <dgm:spPr/>
    </dgm:pt>
    <dgm:pt modelId="{7E76AE5E-05A9-487D-880A-07098640A290}" type="pres">
      <dgm:prSet presAssocID="{D785BEE1-DFC3-470B-9556-6E562192FFE4}" presName="sp" presStyleCnt="0"/>
      <dgm:spPr/>
    </dgm:pt>
    <dgm:pt modelId="{06BD2963-63D6-4410-8596-FB411171A29A}" type="pres">
      <dgm:prSet presAssocID="{D5587EAE-7778-402C-A348-CA55C91BC731}" presName="arrowAndChildren" presStyleCnt="0"/>
      <dgm:spPr/>
    </dgm:pt>
    <dgm:pt modelId="{784AEC82-14C5-499A-AD4A-7FFD0D76D638}" type="pres">
      <dgm:prSet presAssocID="{D5587EAE-7778-402C-A348-CA55C91BC731}" presName="parentTextArrow" presStyleLbl="node1" presStyleIdx="1" presStyleCnt="3" custScaleX="100000" custLinFactNeighborX="-283" custLinFactNeighborY="5727"/>
      <dgm:spPr/>
    </dgm:pt>
    <dgm:pt modelId="{B083F4B2-7E20-40B1-B5D3-FFD39072BE34}" type="pres">
      <dgm:prSet presAssocID="{27A1B0DA-2845-48A0-8D1C-997E280861EE}" presName="sp" presStyleCnt="0"/>
      <dgm:spPr/>
    </dgm:pt>
    <dgm:pt modelId="{375D6874-5680-448B-8251-12EB07D682D7}" type="pres">
      <dgm:prSet presAssocID="{542D6E61-F999-43D1-B55A-CEDDF4FEF58C}" presName="arrowAndChildren" presStyleCnt="0"/>
      <dgm:spPr/>
    </dgm:pt>
    <dgm:pt modelId="{D851ACAB-2DF2-4910-9018-5DF2AE632E9A}" type="pres">
      <dgm:prSet presAssocID="{542D6E61-F999-43D1-B55A-CEDDF4FEF58C}" presName="parentTextArrow" presStyleLbl="node1" presStyleIdx="2" presStyleCnt="3" custScaleX="100000" custLinFactNeighborX="44731" custLinFactNeighborY="12472"/>
      <dgm:spPr/>
    </dgm:pt>
  </dgm:ptLst>
  <dgm:cxnLst>
    <dgm:cxn modelId="{FC255B21-565C-43B1-8EB6-E01BD93C5EFB}" type="presOf" srcId="{D5587EAE-7778-402C-A348-CA55C91BC731}" destId="{784AEC82-14C5-499A-AD4A-7FFD0D76D638}" srcOrd="0" destOrd="0" presId="urn:microsoft.com/office/officeart/2005/8/layout/process4"/>
    <dgm:cxn modelId="{4799B33A-A14A-4287-A069-FD84346EC3B1}" type="presOf" srcId="{E26F6ED6-AA6A-4BD6-8AC2-26B00729CD47}" destId="{31346748-F94C-486A-94BD-7921D3DB8999}" srcOrd="0" destOrd="0" presId="urn:microsoft.com/office/officeart/2005/8/layout/process4"/>
    <dgm:cxn modelId="{3D33BD4F-E5FA-47F5-AEB4-CB2625B4913E}" type="presOf" srcId="{BFE518EC-2840-4D99-A158-72D896AFD114}" destId="{9F4DAD46-6F39-46C2-90A1-9D1DDB2B2C07}" srcOrd="0" destOrd="0" presId="urn:microsoft.com/office/officeart/2005/8/layout/process4"/>
    <dgm:cxn modelId="{DB0C6279-F993-47B9-8AD5-5695DB1D49FD}" type="presOf" srcId="{74F22166-B6E9-4245-A84E-8E5E3E529B77}" destId="{8C07FC29-FD6A-4EF9-8406-E22ED5426BF2}" srcOrd="1" destOrd="0" presId="urn:microsoft.com/office/officeart/2005/8/layout/process4"/>
    <dgm:cxn modelId="{A8C1357E-94B2-420F-8AEB-D8493B8B61FA}" type="presOf" srcId="{542D6E61-F999-43D1-B55A-CEDDF4FEF58C}" destId="{D851ACAB-2DF2-4910-9018-5DF2AE632E9A}" srcOrd="0" destOrd="0" presId="urn:microsoft.com/office/officeart/2005/8/layout/process4"/>
    <dgm:cxn modelId="{6DA9F98E-C289-4881-9557-E9DEF5497C4E}" srcId="{863D5D93-C1F8-461E-9FF1-2D1808B3E441}" destId="{542D6E61-F999-43D1-B55A-CEDDF4FEF58C}" srcOrd="0" destOrd="0" parTransId="{1A7BEFC2-E169-4D2D-91E4-8D8391D3F185}" sibTransId="{27A1B0DA-2845-48A0-8D1C-997E280861EE}"/>
    <dgm:cxn modelId="{91ECA7A2-2B8A-47A8-9324-CCB941426949}" type="presOf" srcId="{863D5D93-C1F8-461E-9FF1-2D1808B3E441}" destId="{A41B2552-0045-4ACB-A15D-2D61F3B0EA96}" srcOrd="0" destOrd="0" presId="urn:microsoft.com/office/officeart/2005/8/layout/process4"/>
    <dgm:cxn modelId="{BB48ADA8-0EFB-425E-8409-4F18BB67821D}" srcId="{863D5D93-C1F8-461E-9FF1-2D1808B3E441}" destId="{74F22166-B6E9-4245-A84E-8E5E3E529B77}" srcOrd="2" destOrd="0" parTransId="{F1404BCD-36BA-43E2-B363-2428C56B98CE}" sibTransId="{168274BD-F39A-41B6-A586-F675BD22B284}"/>
    <dgm:cxn modelId="{F8DBB8B6-8DEA-479E-8C79-2510404CDB08}" srcId="{74F22166-B6E9-4245-A84E-8E5E3E529B77}" destId="{BFE518EC-2840-4D99-A158-72D896AFD114}" srcOrd="1" destOrd="0" parTransId="{C28B47A6-0C71-4618-A877-BE44B5E2D971}" sibTransId="{23563F07-49D6-49D0-BCF0-F55121DC449D}"/>
    <dgm:cxn modelId="{6964C0B9-40C1-46E8-A0D8-4D701E9235BB}" srcId="{74F22166-B6E9-4245-A84E-8E5E3E529B77}" destId="{E26F6ED6-AA6A-4BD6-8AC2-26B00729CD47}" srcOrd="0" destOrd="0" parTransId="{28AB1DB9-5DEC-44A5-8236-7E2CABC7E299}" sibTransId="{97AAF106-FDEA-4AAF-BADA-8F8F7FDC5004}"/>
    <dgm:cxn modelId="{1B5633C5-9C4B-4C5A-A8BF-0E5DDA010A3D}" srcId="{863D5D93-C1F8-461E-9FF1-2D1808B3E441}" destId="{D5587EAE-7778-402C-A348-CA55C91BC731}" srcOrd="1" destOrd="0" parTransId="{CC2AE9B9-1C13-4086-A3E0-B5AA7DD800DE}" sibTransId="{D785BEE1-DFC3-470B-9556-6E562192FFE4}"/>
    <dgm:cxn modelId="{B403ECCD-9AE2-4FF5-BAD2-447D0D1B2FDC}" type="presOf" srcId="{74F22166-B6E9-4245-A84E-8E5E3E529B77}" destId="{D8EFDBD7-BB0D-460B-883A-4DC407E8CFB0}" srcOrd="0" destOrd="0" presId="urn:microsoft.com/office/officeart/2005/8/layout/process4"/>
    <dgm:cxn modelId="{7B18A8D4-802B-44FA-A2EA-0DB809CEDA7E}" type="presParOf" srcId="{A41B2552-0045-4ACB-A15D-2D61F3B0EA96}" destId="{F1D606B6-4737-4D0B-BEFF-033198150409}" srcOrd="0" destOrd="0" presId="urn:microsoft.com/office/officeart/2005/8/layout/process4"/>
    <dgm:cxn modelId="{3FA1A172-7539-42F7-871E-0960C8F965C6}" type="presParOf" srcId="{F1D606B6-4737-4D0B-BEFF-033198150409}" destId="{D8EFDBD7-BB0D-460B-883A-4DC407E8CFB0}" srcOrd="0" destOrd="0" presId="urn:microsoft.com/office/officeart/2005/8/layout/process4"/>
    <dgm:cxn modelId="{D08FAEAD-98BB-4CDF-BA00-8D046EB12A58}" type="presParOf" srcId="{F1D606B6-4737-4D0B-BEFF-033198150409}" destId="{8C07FC29-FD6A-4EF9-8406-E22ED5426BF2}" srcOrd="1" destOrd="0" presId="urn:microsoft.com/office/officeart/2005/8/layout/process4"/>
    <dgm:cxn modelId="{AF0F80D0-877D-4A32-B3D4-619BE33D5433}" type="presParOf" srcId="{F1D606B6-4737-4D0B-BEFF-033198150409}" destId="{EF84B7D0-9255-4A13-8390-48480AEA5A77}" srcOrd="2" destOrd="0" presId="urn:microsoft.com/office/officeart/2005/8/layout/process4"/>
    <dgm:cxn modelId="{27907DDD-D725-4647-82D0-91B8E835D81D}" type="presParOf" srcId="{EF84B7D0-9255-4A13-8390-48480AEA5A77}" destId="{31346748-F94C-486A-94BD-7921D3DB8999}" srcOrd="0" destOrd="0" presId="urn:microsoft.com/office/officeart/2005/8/layout/process4"/>
    <dgm:cxn modelId="{8F3496BB-4D59-4FC8-A53B-D68F0E67A910}" type="presParOf" srcId="{EF84B7D0-9255-4A13-8390-48480AEA5A77}" destId="{9F4DAD46-6F39-46C2-90A1-9D1DDB2B2C07}" srcOrd="1" destOrd="0" presId="urn:microsoft.com/office/officeart/2005/8/layout/process4"/>
    <dgm:cxn modelId="{42A74A11-32E9-4C3D-922A-FE7193078A41}" type="presParOf" srcId="{A41B2552-0045-4ACB-A15D-2D61F3B0EA96}" destId="{7E76AE5E-05A9-487D-880A-07098640A290}" srcOrd="1" destOrd="0" presId="urn:microsoft.com/office/officeart/2005/8/layout/process4"/>
    <dgm:cxn modelId="{5FD9C78B-F876-4DCB-8B17-B7FEF223B1F1}" type="presParOf" srcId="{A41B2552-0045-4ACB-A15D-2D61F3B0EA96}" destId="{06BD2963-63D6-4410-8596-FB411171A29A}" srcOrd="2" destOrd="0" presId="urn:microsoft.com/office/officeart/2005/8/layout/process4"/>
    <dgm:cxn modelId="{AAF77932-49F9-405E-9775-5630B19CF726}" type="presParOf" srcId="{06BD2963-63D6-4410-8596-FB411171A29A}" destId="{784AEC82-14C5-499A-AD4A-7FFD0D76D638}" srcOrd="0" destOrd="0" presId="urn:microsoft.com/office/officeart/2005/8/layout/process4"/>
    <dgm:cxn modelId="{4E5F61F5-4422-4F92-B528-4FF216728D52}" type="presParOf" srcId="{A41B2552-0045-4ACB-A15D-2D61F3B0EA96}" destId="{B083F4B2-7E20-40B1-B5D3-FFD39072BE34}" srcOrd="3" destOrd="0" presId="urn:microsoft.com/office/officeart/2005/8/layout/process4"/>
    <dgm:cxn modelId="{23E3FC85-2C7F-4C50-BB93-3AF09B1A4D62}" type="presParOf" srcId="{A41B2552-0045-4ACB-A15D-2D61F3B0EA96}" destId="{375D6874-5680-448B-8251-12EB07D682D7}" srcOrd="4" destOrd="0" presId="urn:microsoft.com/office/officeart/2005/8/layout/process4"/>
    <dgm:cxn modelId="{92BD0058-D05C-488C-8365-6CA172856548}" type="presParOf" srcId="{375D6874-5680-448B-8251-12EB07D682D7}" destId="{D851ACAB-2DF2-4910-9018-5DF2AE632E9A}"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01945E4-7700-4D3F-8EEA-4120547E8B5E}" type="doc">
      <dgm:prSet loTypeId="urn:microsoft.com/office/officeart/2005/8/layout/vList2" loCatId="list" qsTypeId="urn:microsoft.com/office/officeart/2005/8/quickstyle/simple4" qsCatId="simple" csTypeId="urn:microsoft.com/office/officeart/2005/8/colors/accent0_3" csCatId="mainScheme" phldr="1"/>
      <dgm:spPr/>
      <dgm:t>
        <a:bodyPr/>
        <a:lstStyle/>
        <a:p>
          <a:endParaRPr lang="en-US"/>
        </a:p>
      </dgm:t>
    </dgm:pt>
    <dgm:pt modelId="{CB5BD9C2-0A7F-400C-9958-137DD92CFCEB}">
      <dgm:prSet/>
      <dgm:spPr>
        <a:solidFill>
          <a:schemeClr val="tx1">
            <a:alpha val="10000"/>
          </a:schemeClr>
        </a:solidFill>
      </dgm:spPr>
      <dgm:t>
        <a:bodyPr/>
        <a:lstStyle/>
        <a:p>
          <a:r>
            <a:rPr lang="en-CA" dirty="0"/>
            <a:t>Un switch que se puede explicar con sentido</a:t>
          </a:r>
          <a:endParaRPr lang="en-US" dirty="0"/>
        </a:p>
      </dgm:t>
    </dgm:pt>
    <dgm:pt modelId="{105F2D7F-B230-4847-9672-5A92772AA30D}" type="parTrans" cxnId="{E2CBABAD-16D6-4A2D-8E1A-00B7C63177BA}">
      <dgm:prSet/>
      <dgm:spPr/>
      <dgm:t>
        <a:bodyPr/>
        <a:lstStyle/>
        <a:p>
          <a:endParaRPr lang="en-US"/>
        </a:p>
      </dgm:t>
    </dgm:pt>
    <dgm:pt modelId="{F1D8D23B-CBAD-4FDE-9ED7-711B7F76D2B6}" type="sibTrans" cxnId="{E2CBABAD-16D6-4A2D-8E1A-00B7C63177BA}">
      <dgm:prSet/>
      <dgm:spPr/>
      <dgm:t>
        <a:bodyPr/>
        <a:lstStyle/>
        <a:p>
          <a:endParaRPr lang="en-US"/>
        </a:p>
      </dgm:t>
    </dgm:pt>
    <dgm:pt modelId="{B52AA3C2-6CA9-4D0C-9FB0-AB5168ABC1E2}">
      <dgm:prSet/>
      <dgm:spPr>
        <a:solidFill>
          <a:schemeClr val="tx1">
            <a:alpha val="19000"/>
          </a:schemeClr>
        </a:solidFill>
      </dgm:spPr>
      <dgm:t>
        <a:bodyPr/>
        <a:lstStyle/>
        <a:p>
          <a:r>
            <a:rPr lang="en-CA"/>
            <a:t>Reducción de la duplicación de código al usarse para asignar un valor</a:t>
          </a:r>
          <a:endParaRPr lang="en-US" dirty="0"/>
        </a:p>
      </dgm:t>
    </dgm:pt>
    <dgm:pt modelId="{91D9C038-7367-4601-95B6-8D582D4C063C}" type="parTrans" cxnId="{A8F113BB-C7C7-49A1-8AFC-6538880024F9}">
      <dgm:prSet/>
      <dgm:spPr/>
      <dgm:t>
        <a:bodyPr/>
        <a:lstStyle/>
        <a:p>
          <a:endParaRPr lang="en-US"/>
        </a:p>
      </dgm:t>
    </dgm:pt>
    <dgm:pt modelId="{D78ECCAC-5C08-40EF-83CE-095A4FBF8F0C}" type="sibTrans" cxnId="{A8F113BB-C7C7-49A1-8AFC-6538880024F9}">
      <dgm:prSet/>
      <dgm:spPr/>
      <dgm:t>
        <a:bodyPr/>
        <a:lstStyle/>
        <a:p>
          <a:endParaRPr lang="en-US"/>
        </a:p>
      </dgm:t>
    </dgm:pt>
    <dgm:pt modelId="{426C622A-7D83-4815-8C91-A4CB3F468F69}">
      <dgm:prSet/>
      <dgm:spPr>
        <a:solidFill>
          <a:schemeClr val="tx1">
            <a:alpha val="30000"/>
          </a:schemeClr>
        </a:solidFill>
      </dgm:spPr>
      <dgm:t>
        <a:bodyPr/>
        <a:lstStyle/>
        <a:p>
          <a:r>
            <a:rPr lang="en-CA" dirty="0"/>
            <a:t>Expresiones switch o reglas switch</a:t>
          </a:r>
          <a:endParaRPr lang="en-US" dirty="0"/>
        </a:p>
      </dgm:t>
    </dgm:pt>
    <dgm:pt modelId="{63E8463C-7F3A-4916-91F7-7C10B4E6C3D2}" type="parTrans" cxnId="{E7A00554-8187-4A0C-8ED2-40DF2B4BAEEC}">
      <dgm:prSet/>
      <dgm:spPr/>
      <dgm:t>
        <a:bodyPr/>
        <a:lstStyle/>
        <a:p>
          <a:endParaRPr lang="en-US"/>
        </a:p>
      </dgm:t>
    </dgm:pt>
    <dgm:pt modelId="{BD505E8C-5FDF-4488-A6E3-BC84F040DD02}" type="sibTrans" cxnId="{E7A00554-8187-4A0C-8ED2-40DF2B4BAEEC}">
      <dgm:prSet/>
      <dgm:spPr/>
      <dgm:t>
        <a:bodyPr/>
        <a:lstStyle/>
        <a:p>
          <a:endParaRPr lang="en-US"/>
        </a:p>
      </dgm:t>
    </dgm:pt>
    <dgm:pt modelId="{53AE94F9-E8D2-4CE2-A07B-09202A3099C0}">
      <dgm:prSet/>
      <dgm:spPr>
        <a:solidFill>
          <a:schemeClr val="tx1">
            <a:alpha val="40000"/>
          </a:schemeClr>
        </a:solidFill>
      </dgm:spPr>
      <dgm:t>
        <a:bodyPr/>
        <a:lstStyle/>
        <a:p>
          <a:r>
            <a:rPr lang="en-CA" dirty="0"/>
            <a:t>El fin del break: ¡todos los casos terminan!</a:t>
          </a:r>
          <a:endParaRPr lang="en-US" dirty="0"/>
        </a:p>
      </dgm:t>
    </dgm:pt>
    <dgm:pt modelId="{55A00C9E-D45D-455B-9EB6-B4FAA956E052}" type="parTrans" cxnId="{B00EC99A-D23E-404D-9CDD-391C5B9AF76F}">
      <dgm:prSet/>
      <dgm:spPr/>
      <dgm:t>
        <a:bodyPr/>
        <a:lstStyle/>
        <a:p>
          <a:endParaRPr lang="en-US"/>
        </a:p>
      </dgm:t>
    </dgm:pt>
    <dgm:pt modelId="{B5B5782B-0137-405F-9FA4-9BCACB16A367}" type="sibTrans" cxnId="{B00EC99A-D23E-404D-9CDD-391C5B9AF76F}">
      <dgm:prSet/>
      <dgm:spPr/>
      <dgm:t>
        <a:bodyPr/>
        <a:lstStyle/>
        <a:p>
          <a:endParaRPr lang="en-US"/>
        </a:p>
      </dgm:t>
    </dgm:pt>
    <dgm:pt modelId="{B206078C-CB45-4E18-8DF6-2AFA8A61647D}">
      <dgm:prSet/>
      <dgm:spPr/>
      <dgm:t>
        <a:bodyPr/>
        <a:lstStyle/>
        <a:p>
          <a:endParaRPr lang="en-US" dirty="0"/>
        </a:p>
      </dgm:t>
    </dgm:pt>
    <dgm:pt modelId="{2DDACD9C-12A1-43EF-B577-9D0EFF3FD7BE}" type="parTrans" cxnId="{E15ABE37-EA54-4ED8-9EE6-0BC4E7BC17E2}">
      <dgm:prSet/>
      <dgm:spPr/>
      <dgm:t>
        <a:bodyPr/>
        <a:lstStyle/>
        <a:p>
          <a:endParaRPr lang="en-US"/>
        </a:p>
      </dgm:t>
    </dgm:pt>
    <dgm:pt modelId="{030E2406-4953-4C2D-ADA1-E6D7B2F97575}" type="sibTrans" cxnId="{E15ABE37-EA54-4ED8-9EE6-0BC4E7BC17E2}">
      <dgm:prSet/>
      <dgm:spPr/>
      <dgm:t>
        <a:bodyPr/>
        <a:lstStyle/>
        <a:p>
          <a:endParaRPr lang="en-US"/>
        </a:p>
      </dgm:t>
    </dgm:pt>
    <dgm:pt modelId="{AF49CAA1-9112-432B-B411-6FB85B575A69}" type="pres">
      <dgm:prSet presAssocID="{901945E4-7700-4D3F-8EEA-4120547E8B5E}" presName="linear" presStyleCnt="0">
        <dgm:presLayoutVars>
          <dgm:animLvl val="lvl"/>
          <dgm:resizeHandles val="exact"/>
        </dgm:presLayoutVars>
      </dgm:prSet>
      <dgm:spPr/>
    </dgm:pt>
    <dgm:pt modelId="{B8F092E0-A577-4582-AF3F-286D4C3E1973}" type="pres">
      <dgm:prSet presAssocID="{CB5BD9C2-0A7F-400C-9958-137DD92CFCEB}" presName="parentText" presStyleLbl="node1" presStyleIdx="0" presStyleCnt="4">
        <dgm:presLayoutVars>
          <dgm:chMax val="0"/>
          <dgm:bulletEnabled val="1"/>
        </dgm:presLayoutVars>
      </dgm:prSet>
      <dgm:spPr/>
    </dgm:pt>
    <dgm:pt modelId="{A53D577D-D76A-4BB6-9E7F-E09B74F6C639}" type="pres">
      <dgm:prSet presAssocID="{F1D8D23B-CBAD-4FDE-9ED7-711B7F76D2B6}" presName="spacer" presStyleCnt="0"/>
      <dgm:spPr/>
    </dgm:pt>
    <dgm:pt modelId="{E68A6661-D918-4E58-AA9B-2BFDD66D9D82}" type="pres">
      <dgm:prSet presAssocID="{B52AA3C2-6CA9-4D0C-9FB0-AB5168ABC1E2}" presName="parentText" presStyleLbl="node1" presStyleIdx="1" presStyleCnt="4">
        <dgm:presLayoutVars>
          <dgm:chMax val="0"/>
          <dgm:bulletEnabled val="1"/>
        </dgm:presLayoutVars>
      </dgm:prSet>
      <dgm:spPr/>
    </dgm:pt>
    <dgm:pt modelId="{B1F8A68B-772C-4E24-B61A-5021147CE638}" type="pres">
      <dgm:prSet presAssocID="{D78ECCAC-5C08-40EF-83CE-095A4FBF8F0C}" presName="spacer" presStyleCnt="0"/>
      <dgm:spPr/>
    </dgm:pt>
    <dgm:pt modelId="{AE965355-D615-4629-9C53-E65C57783938}" type="pres">
      <dgm:prSet presAssocID="{426C622A-7D83-4815-8C91-A4CB3F468F69}" presName="parentText" presStyleLbl="node1" presStyleIdx="2" presStyleCnt="4">
        <dgm:presLayoutVars>
          <dgm:chMax val="0"/>
          <dgm:bulletEnabled val="1"/>
        </dgm:presLayoutVars>
      </dgm:prSet>
      <dgm:spPr/>
    </dgm:pt>
    <dgm:pt modelId="{0948F136-09F7-499F-BE19-366A90480A2E}" type="pres">
      <dgm:prSet presAssocID="{BD505E8C-5FDF-4488-A6E3-BC84F040DD02}" presName="spacer" presStyleCnt="0"/>
      <dgm:spPr/>
    </dgm:pt>
    <dgm:pt modelId="{384EB765-24AD-4F55-9689-8A11D58FCF45}" type="pres">
      <dgm:prSet presAssocID="{53AE94F9-E8D2-4CE2-A07B-09202A3099C0}" presName="parentText" presStyleLbl="node1" presStyleIdx="3" presStyleCnt="4">
        <dgm:presLayoutVars>
          <dgm:chMax val="0"/>
          <dgm:bulletEnabled val="1"/>
        </dgm:presLayoutVars>
      </dgm:prSet>
      <dgm:spPr/>
    </dgm:pt>
    <dgm:pt modelId="{55F8CFAC-21D8-4BA1-B343-0F74F1DEB792}" type="pres">
      <dgm:prSet presAssocID="{53AE94F9-E8D2-4CE2-A07B-09202A3099C0}" presName="childText" presStyleLbl="revTx" presStyleIdx="0" presStyleCnt="1">
        <dgm:presLayoutVars>
          <dgm:bulletEnabled val="1"/>
        </dgm:presLayoutVars>
      </dgm:prSet>
      <dgm:spPr/>
    </dgm:pt>
  </dgm:ptLst>
  <dgm:cxnLst>
    <dgm:cxn modelId="{E15ABE37-EA54-4ED8-9EE6-0BC4E7BC17E2}" srcId="{53AE94F9-E8D2-4CE2-A07B-09202A3099C0}" destId="{B206078C-CB45-4E18-8DF6-2AFA8A61647D}" srcOrd="0" destOrd="0" parTransId="{2DDACD9C-12A1-43EF-B577-9D0EFF3FD7BE}" sibTransId="{030E2406-4953-4C2D-ADA1-E6D7B2F97575}"/>
    <dgm:cxn modelId="{D1C75E42-5FCA-43A7-B173-C43B521CF940}" type="presOf" srcId="{901945E4-7700-4D3F-8EEA-4120547E8B5E}" destId="{AF49CAA1-9112-432B-B411-6FB85B575A69}" srcOrd="0" destOrd="0" presId="urn:microsoft.com/office/officeart/2005/8/layout/vList2"/>
    <dgm:cxn modelId="{E3EB4F4F-AE74-463F-8FA3-22CCBDC93BCA}" type="presOf" srcId="{B52AA3C2-6CA9-4D0C-9FB0-AB5168ABC1E2}" destId="{E68A6661-D918-4E58-AA9B-2BFDD66D9D82}" srcOrd="0" destOrd="0" presId="urn:microsoft.com/office/officeart/2005/8/layout/vList2"/>
    <dgm:cxn modelId="{E7A00554-8187-4A0C-8ED2-40DF2B4BAEEC}" srcId="{901945E4-7700-4D3F-8EEA-4120547E8B5E}" destId="{426C622A-7D83-4815-8C91-A4CB3F468F69}" srcOrd="2" destOrd="0" parTransId="{63E8463C-7F3A-4916-91F7-7C10B4E6C3D2}" sibTransId="{BD505E8C-5FDF-4488-A6E3-BC84F040DD02}"/>
    <dgm:cxn modelId="{030C687D-F41E-42CE-ADBC-B810A1B7806D}" type="presOf" srcId="{CB5BD9C2-0A7F-400C-9958-137DD92CFCEB}" destId="{B8F092E0-A577-4582-AF3F-286D4C3E1973}" srcOrd="0" destOrd="0" presId="urn:microsoft.com/office/officeart/2005/8/layout/vList2"/>
    <dgm:cxn modelId="{DD72AD92-4D35-4FC2-8701-37CC3AEE5F4E}" type="presOf" srcId="{426C622A-7D83-4815-8C91-A4CB3F468F69}" destId="{AE965355-D615-4629-9C53-E65C57783938}" srcOrd="0" destOrd="0" presId="urn:microsoft.com/office/officeart/2005/8/layout/vList2"/>
    <dgm:cxn modelId="{B00EC99A-D23E-404D-9CDD-391C5B9AF76F}" srcId="{901945E4-7700-4D3F-8EEA-4120547E8B5E}" destId="{53AE94F9-E8D2-4CE2-A07B-09202A3099C0}" srcOrd="3" destOrd="0" parTransId="{55A00C9E-D45D-455B-9EB6-B4FAA956E052}" sibTransId="{B5B5782B-0137-405F-9FA4-9BCACB16A367}"/>
    <dgm:cxn modelId="{B61B62A0-984C-4E12-8871-42EDF70D4F3B}" type="presOf" srcId="{53AE94F9-E8D2-4CE2-A07B-09202A3099C0}" destId="{384EB765-24AD-4F55-9689-8A11D58FCF45}" srcOrd="0" destOrd="0" presId="urn:microsoft.com/office/officeart/2005/8/layout/vList2"/>
    <dgm:cxn modelId="{E2CBABAD-16D6-4A2D-8E1A-00B7C63177BA}" srcId="{901945E4-7700-4D3F-8EEA-4120547E8B5E}" destId="{CB5BD9C2-0A7F-400C-9958-137DD92CFCEB}" srcOrd="0" destOrd="0" parTransId="{105F2D7F-B230-4847-9672-5A92772AA30D}" sibTransId="{F1D8D23B-CBAD-4FDE-9ED7-711B7F76D2B6}"/>
    <dgm:cxn modelId="{A8F113BB-C7C7-49A1-8AFC-6538880024F9}" srcId="{901945E4-7700-4D3F-8EEA-4120547E8B5E}" destId="{B52AA3C2-6CA9-4D0C-9FB0-AB5168ABC1E2}" srcOrd="1" destOrd="0" parTransId="{91D9C038-7367-4601-95B6-8D582D4C063C}" sibTransId="{D78ECCAC-5C08-40EF-83CE-095A4FBF8F0C}"/>
    <dgm:cxn modelId="{E7EE15BC-CA2A-4974-B614-0CC4F2D3D36C}" type="presOf" srcId="{B206078C-CB45-4E18-8DF6-2AFA8A61647D}" destId="{55F8CFAC-21D8-4BA1-B343-0F74F1DEB792}" srcOrd="0" destOrd="0" presId="urn:microsoft.com/office/officeart/2005/8/layout/vList2"/>
    <dgm:cxn modelId="{D82B9072-09F1-41E6-9A7D-83111A8A6C7F}" type="presParOf" srcId="{AF49CAA1-9112-432B-B411-6FB85B575A69}" destId="{B8F092E0-A577-4582-AF3F-286D4C3E1973}" srcOrd="0" destOrd="0" presId="urn:microsoft.com/office/officeart/2005/8/layout/vList2"/>
    <dgm:cxn modelId="{C241856F-61CB-4B2C-97F8-FA4718A2ED84}" type="presParOf" srcId="{AF49CAA1-9112-432B-B411-6FB85B575A69}" destId="{A53D577D-D76A-4BB6-9E7F-E09B74F6C639}" srcOrd="1" destOrd="0" presId="urn:microsoft.com/office/officeart/2005/8/layout/vList2"/>
    <dgm:cxn modelId="{D9A8678D-79C2-4AA8-9CA9-F18119714357}" type="presParOf" srcId="{AF49CAA1-9112-432B-B411-6FB85B575A69}" destId="{E68A6661-D918-4E58-AA9B-2BFDD66D9D82}" srcOrd="2" destOrd="0" presId="urn:microsoft.com/office/officeart/2005/8/layout/vList2"/>
    <dgm:cxn modelId="{63A40515-96BD-4D86-8CDB-6E14978516E1}" type="presParOf" srcId="{AF49CAA1-9112-432B-B411-6FB85B575A69}" destId="{B1F8A68B-772C-4E24-B61A-5021147CE638}" srcOrd="3" destOrd="0" presId="urn:microsoft.com/office/officeart/2005/8/layout/vList2"/>
    <dgm:cxn modelId="{3661D2DD-71C1-4E82-819F-B797287CC660}" type="presParOf" srcId="{AF49CAA1-9112-432B-B411-6FB85B575A69}" destId="{AE965355-D615-4629-9C53-E65C57783938}" srcOrd="4" destOrd="0" presId="urn:microsoft.com/office/officeart/2005/8/layout/vList2"/>
    <dgm:cxn modelId="{449FA8C0-59C1-424A-BBEC-FD220D2B9692}" type="presParOf" srcId="{AF49CAA1-9112-432B-B411-6FB85B575A69}" destId="{0948F136-09F7-499F-BE19-366A90480A2E}" srcOrd="5" destOrd="0" presId="urn:microsoft.com/office/officeart/2005/8/layout/vList2"/>
    <dgm:cxn modelId="{3D0494E1-681A-46F2-99A2-A466E7B33F5C}" type="presParOf" srcId="{AF49CAA1-9112-432B-B411-6FB85B575A69}" destId="{384EB765-24AD-4F55-9689-8A11D58FCF45}" srcOrd="6" destOrd="0" presId="urn:microsoft.com/office/officeart/2005/8/layout/vList2"/>
    <dgm:cxn modelId="{76A8920B-F4E2-4F93-B690-3DF5331249B3}" type="presParOf" srcId="{AF49CAA1-9112-432B-B411-6FB85B575A69}" destId="{55F8CFAC-21D8-4BA1-B343-0F74F1DEB792}"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B34B08E-C60D-4C3F-BF8F-84B7304D79C8}"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05EFC6F4-EAE4-4B33-9AEE-78747E45DAB3}">
      <dgm:prSet/>
      <dgm:spPr>
        <a:solidFill>
          <a:srgbClr val="F49201"/>
        </a:solidFill>
        <a:ln>
          <a:noFill/>
        </a:ln>
      </dgm:spPr>
      <dgm:t>
        <a:bodyPr/>
        <a:lstStyle/>
        <a:p>
          <a:pPr>
            <a:lnSpc>
              <a:spcPct val="100000"/>
            </a:lnSpc>
          </a:pPr>
          <a:r>
            <a:rPr lang="en-CA" dirty="0"/>
            <a:t>Los objetos de datos son conocidos por su código repetitivo:</a:t>
          </a:r>
          <a:endParaRPr lang="en-US" dirty="0"/>
        </a:p>
      </dgm:t>
    </dgm:pt>
    <dgm:pt modelId="{208F0F02-F1B9-4E44-A3E7-280B06C6B960}" type="parTrans" cxnId="{AD4C9FB3-B5E1-47BD-A25E-60979F4FD0BA}">
      <dgm:prSet/>
      <dgm:spPr/>
      <dgm:t>
        <a:bodyPr/>
        <a:lstStyle/>
        <a:p>
          <a:endParaRPr lang="en-US"/>
        </a:p>
      </dgm:t>
    </dgm:pt>
    <dgm:pt modelId="{EF0FDCDB-FF75-4F04-B0B3-91120B7B7221}" type="sibTrans" cxnId="{AD4C9FB3-B5E1-47BD-A25E-60979F4FD0BA}">
      <dgm:prSet/>
      <dgm:spPr/>
      <dgm:t>
        <a:bodyPr/>
        <a:lstStyle/>
        <a:p>
          <a:endParaRPr lang="en-US"/>
        </a:p>
      </dgm:t>
    </dgm:pt>
    <dgm:pt modelId="{602DE4BB-34C6-43A9-BBE1-A2E9F6D86308}">
      <dgm:prSet custT="1"/>
      <dgm:spPr/>
      <dgm:t>
        <a:bodyPr/>
        <a:lstStyle/>
        <a:p>
          <a:pPr>
            <a:lnSpc>
              <a:spcPct val="100000"/>
            </a:lnSpc>
          </a:pPr>
          <a:r>
            <a:rPr lang="en-CA" sz="2600" dirty="0"/>
            <a:t>Constructores de inicialización, setters, getters, equals, </a:t>
          </a:r>
          <a:r>
            <a:rPr lang="en-CA" sz="2600" dirty="0" err="1"/>
            <a:t>hashCode</a:t>
          </a:r>
          <a:r>
            <a:rPr lang="en-CA" sz="2600" dirty="0"/>
            <a:t>, y </a:t>
          </a:r>
          <a:r>
            <a:rPr lang="en-CA" sz="2600" dirty="0" err="1"/>
            <a:t>toString</a:t>
          </a:r>
          <a:endParaRPr lang="en-US" sz="2600" dirty="0"/>
        </a:p>
      </dgm:t>
    </dgm:pt>
    <dgm:pt modelId="{8FD54A6C-43E0-4912-B005-9B95D4F25B5D}" type="parTrans" cxnId="{E47C1F60-7E64-4F01-A23E-A64212C73BC2}">
      <dgm:prSet/>
      <dgm:spPr/>
      <dgm:t>
        <a:bodyPr/>
        <a:lstStyle/>
        <a:p>
          <a:endParaRPr lang="en-US"/>
        </a:p>
      </dgm:t>
    </dgm:pt>
    <dgm:pt modelId="{184F95A9-5644-4DAC-B8C3-E721D84B14D4}" type="sibTrans" cxnId="{E47C1F60-7E64-4F01-A23E-A64212C73BC2}">
      <dgm:prSet/>
      <dgm:spPr/>
      <dgm:t>
        <a:bodyPr/>
        <a:lstStyle/>
        <a:p>
          <a:endParaRPr lang="en-US"/>
        </a:p>
      </dgm:t>
    </dgm:pt>
    <dgm:pt modelId="{CAB706EF-11B9-46B1-A8CF-FA90A886FAF8}">
      <dgm:prSet/>
      <dgm:spPr>
        <a:solidFill>
          <a:srgbClr val="F49201">
            <a:alpha val="90000"/>
          </a:srgbClr>
        </a:solidFill>
        <a:ln>
          <a:noFill/>
        </a:ln>
      </dgm:spPr>
      <dgm:t>
        <a:bodyPr/>
        <a:lstStyle/>
        <a:p>
          <a:pPr>
            <a:lnSpc>
              <a:spcPct val="100000"/>
            </a:lnSpc>
          </a:pPr>
          <a:r>
            <a:rPr lang="en-CA" dirty="0"/>
            <a:t>Al rescate llega el record inmutable</a:t>
          </a:r>
          <a:endParaRPr lang="en-US" dirty="0"/>
        </a:p>
      </dgm:t>
    </dgm:pt>
    <dgm:pt modelId="{6BA92645-636B-4A59-9293-9C933EF4E5D6}" type="parTrans" cxnId="{B8E4B448-F5CC-4472-8EB0-BD5DC4CF837D}">
      <dgm:prSet/>
      <dgm:spPr/>
      <dgm:t>
        <a:bodyPr/>
        <a:lstStyle/>
        <a:p>
          <a:endParaRPr lang="en-US"/>
        </a:p>
      </dgm:t>
    </dgm:pt>
    <dgm:pt modelId="{A44AE0DC-1D09-40FE-A89C-0752B78345C9}" type="sibTrans" cxnId="{B8E4B448-F5CC-4472-8EB0-BD5DC4CF837D}">
      <dgm:prSet/>
      <dgm:spPr/>
      <dgm:t>
        <a:bodyPr/>
        <a:lstStyle/>
        <a:p>
          <a:endParaRPr lang="en-US"/>
        </a:p>
      </dgm:t>
    </dgm:pt>
    <dgm:pt modelId="{405834FF-68A5-4074-8CD5-683211200007}">
      <dgm:prSet/>
      <dgm:spPr>
        <a:solidFill>
          <a:srgbClr val="F49201">
            <a:alpha val="80000"/>
          </a:srgbClr>
        </a:solidFill>
        <a:ln>
          <a:noFill/>
        </a:ln>
      </dgm:spPr>
      <dgm:t>
        <a:bodyPr/>
        <a:lstStyle/>
        <a:p>
          <a:pPr>
            <a:lnSpc>
              <a:spcPct val="100000"/>
            </a:lnSpc>
          </a:pPr>
          <a:r>
            <a:rPr lang="en-CA"/>
            <a:t>Más que una simple simplificación de un bean</a:t>
          </a:r>
          <a:endParaRPr lang="en-US"/>
        </a:p>
      </dgm:t>
    </dgm:pt>
    <dgm:pt modelId="{830BF31C-E959-4BC3-A67A-AC102AEF9137}" type="parTrans" cxnId="{36072654-70D8-480F-BFB2-F1C7A6B3E7D1}">
      <dgm:prSet/>
      <dgm:spPr/>
      <dgm:t>
        <a:bodyPr/>
        <a:lstStyle/>
        <a:p>
          <a:endParaRPr lang="en-US"/>
        </a:p>
      </dgm:t>
    </dgm:pt>
    <dgm:pt modelId="{01596C86-B731-4E21-A993-C559AA2296BB}" type="sibTrans" cxnId="{36072654-70D8-480F-BFB2-F1C7A6B3E7D1}">
      <dgm:prSet/>
      <dgm:spPr/>
      <dgm:t>
        <a:bodyPr/>
        <a:lstStyle/>
        <a:p>
          <a:endParaRPr lang="en-US"/>
        </a:p>
      </dgm:t>
    </dgm:pt>
    <dgm:pt modelId="{71B80BBD-B8D5-480D-8769-9F33589C7D7A}">
      <dgm:prSet/>
      <dgm:spPr>
        <a:solidFill>
          <a:srgbClr val="F49201">
            <a:alpha val="70000"/>
          </a:srgbClr>
        </a:solidFill>
        <a:ln>
          <a:noFill/>
        </a:ln>
      </dgm:spPr>
      <dgm:t>
        <a:bodyPr/>
        <a:lstStyle/>
        <a:p>
          <a:pPr>
            <a:lnSpc>
              <a:spcPct val="100000"/>
            </a:lnSpc>
          </a:pPr>
          <a:r>
            <a:rPr lang="en-CA" dirty="0"/>
            <a:t>Es el camino hacia objetos que son inmutables por defecto</a:t>
          </a:r>
          <a:endParaRPr lang="en-US" dirty="0"/>
        </a:p>
      </dgm:t>
    </dgm:pt>
    <dgm:pt modelId="{90D78A38-5600-4FAB-B407-43595DED417E}" type="parTrans" cxnId="{4AE4FD1C-1BC9-420A-AA93-46DCB4E5296C}">
      <dgm:prSet/>
      <dgm:spPr/>
      <dgm:t>
        <a:bodyPr/>
        <a:lstStyle/>
        <a:p>
          <a:endParaRPr lang="en-US"/>
        </a:p>
      </dgm:t>
    </dgm:pt>
    <dgm:pt modelId="{9CFA1DC6-A04F-418A-BCA9-2990015D76AA}" type="sibTrans" cxnId="{4AE4FD1C-1BC9-420A-AA93-46DCB4E5296C}">
      <dgm:prSet/>
      <dgm:spPr/>
      <dgm:t>
        <a:bodyPr/>
        <a:lstStyle/>
        <a:p>
          <a:endParaRPr lang="en-US"/>
        </a:p>
      </dgm:t>
    </dgm:pt>
    <dgm:pt modelId="{0A13F5E5-8A16-41C5-9AC5-E912EA97AED7}">
      <dgm:prSet/>
      <dgm:spPr>
        <a:solidFill>
          <a:srgbClr val="F49201">
            <a:alpha val="60000"/>
          </a:srgbClr>
        </a:solidFill>
      </dgm:spPr>
      <dgm:t>
        <a:bodyPr/>
        <a:lstStyle/>
        <a:p>
          <a:pPr>
            <a:lnSpc>
              <a:spcPct val="100000"/>
            </a:lnSpc>
          </a:pPr>
          <a:r>
            <a:rPr lang="en-CA" dirty="0"/>
            <a:t>Y luego está el constructor compacto	</a:t>
          </a:r>
          <a:endParaRPr lang="en-US" dirty="0"/>
        </a:p>
      </dgm:t>
    </dgm:pt>
    <dgm:pt modelId="{C36CF0A6-7B6D-44B8-8B75-B3A524AEA274}" type="parTrans" cxnId="{9BB0DFAB-6661-48B7-A2CC-336E91ECD06D}">
      <dgm:prSet/>
      <dgm:spPr/>
      <dgm:t>
        <a:bodyPr/>
        <a:lstStyle/>
        <a:p>
          <a:endParaRPr lang="en-US"/>
        </a:p>
      </dgm:t>
    </dgm:pt>
    <dgm:pt modelId="{7D1E09D2-9BF2-4E4F-B08B-B395AAB5C468}" type="sibTrans" cxnId="{9BB0DFAB-6661-48B7-A2CC-336E91ECD06D}">
      <dgm:prSet/>
      <dgm:spPr/>
      <dgm:t>
        <a:bodyPr/>
        <a:lstStyle/>
        <a:p>
          <a:endParaRPr lang="en-US"/>
        </a:p>
      </dgm:t>
    </dgm:pt>
    <dgm:pt modelId="{3D788622-005B-4C91-81CA-FA19420EDE28}">
      <dgm:prSet custT="1"/>
      <dgm:spPr/>
      <dgm:t>
        <a:bodyPr/>
        <a:lstStyle/>
        <a:p>
          <a:pPr>
            <a:lnSpc>
              <a:spcPct val="100000"/>
            </a:lnSpc>
          </a:pPr>
          <a:r>
            <a:rPr lang="en-CA" sz="2600" dirty="0"/>
            <a:t>Valida los valores iniciales sin necesidad de un constructor separado</a:t>
          </a:r>
          <a:endParaRPr lang="en-US" sz="2600" dirty="0"/>
        </a:p>
      </dgm:t>
    </dgm:pt>
    <dgm:pt modelId="{EF53F0C8-37EF-499F-B387-61E24FBEAC8E}" type="parTrans" cxnId="{B087A805-E80D-4282-B6B9-13306CA9C809}">
      <dgm:prSet/>
      <dgm:spPr/>
      <dgm:t>
        <a:bodyPr/>
        <a:lstStyle/>
        <a:p>
          <a:endParaRPr lang="en-US"/>
        </a:p>
      </dgm:t>
    </dgm:pt>
    <dgm:pt modelId="{BB3282B4-DC3D-4BEF-83D9-6370E4D371A4}" type="sibTrans" cxnId="{B087A805-E80D-4282-B6B9-13306CA9C809}">
      <dgm:prSet/>
      <dgm:spPr/>
      <dgm:t>
        <a:bodyPr/>
        <a:lstStyle/>
        <a:p>
          <a:endParaRPr lang="en-US"/>
        </a:p>
      </dgm:t>
    </dgm:pt>
    <dgm:pt modelId="{90FD8710-D1A0-4C1F-AF62-02AE6EC4FA84}" type="pres">
      <dgm:prSet presAssocID="{1B34B08E-C60D-4C3F-BF8F-84B7304D79C8}" presName="linear" presStyleCnt="0">
        <dgm:presLayoutVars>
          <dgm:animLvl val="lvl"/>
          <dgm:resizeHandles val="exact"/>
        </dgm:presLayoutVars>
      </dgm:prSet>
      <dgm:spPr/>
    </dgm:pt>
    <dgm:pt modelId="{353EFBF6-EB1F-4624-AC4F-2B47AAAB64F6}" type="pres">
      <dgm:prSet presAssocID="{05EFC6F4-EAE4-4B33-9AEE-78747E45DAB3}" presName="parentText" presStyleLbl="node1" presStyleIdx="0" presStyleCnt="5" custScaleY="45183" custLinFactNeighborY="-44926">
        <dgm:presLayoutVars>
          <dgm:chMax val="0"/>
          <dgm:bulletEnabled val="1"/>
        </dgm:presLayoutVars>
      </dgm:prSet>
      <dgm:spPr/>
    </dgm:pt>
    <dgm:pt modelId="{7F976C01-1A8E-42B0-90A8-C9EF38168BFF}" type="pres">
      <dgm:prSet presAssocID="{05EFC6F4-EAE4-4B33-9AEE-78747E45DAB3}" presName="childText" presStyleLbl="revTx" presStyleIdx="0" presStyleCnt="2" custLinFactNeighborX="252" custLinFactNeighborY="-1517">
        <dgm:presLayoutVars>
          <dgm:bulletEnabled val="1"/>
        </dgm:presLayoutVars>
      </dgm:prSet>
      <dgm:spPr/>
    </dgm:pt>
    <dgm:pt modelId="{86BD0C2D-08A5-424B-86E3-9A4832479032}" type="pres">
      <dgm:prSet presAssocID="{CAB706EF-11B9-46B1-A8CF-FA90A886FAF8}" presName="parentText" presStyleLbl="node1" presStyleIdx="1" presStyleCnt="5" custScaleY="61309" custLinFactNeighborX="881" custLinFactNeighborY="-11647">
        <dgm:presLayoutVars>
          <dgm:chMax val="0"/>
          <dgm:bulletEnabled val="1"/>
        </dgm:presLayoutVars>
      </dgm:prSet>
      <dgm:spPr/>
    </dgm:pt>
    <dgm:pt modelId="{3F920931-D5A8-470E-860D-C6862F261922}" type="pres">
      <dgm:prSet presAssocID="{A44AE0DC-1D09-40FE-A89C-0752B78345C9}" presName="spacer" presStyleCnt="0"/>
      <dgm:spPr/>
    </dgm:pt>
    <dgm:pt modelId="{D29E8B74-D65E-4649-BC29-719C89E340C0}" type="pres">
      <dgm:prSet presAssocID="{405834FF-68A5-4074-8CD5-683211200007}" presName="parentText" presStyleLbl="node1" presStyleIdx="2" presStyleCnt="5" custScaleY="49457">
        <dgm:presLayoutVars>
          <dgm:chMax val="0"/>
          <dgm:bulletEnabled val="1"/>
        </dgm:presLayoutVars>
      </dgm:prSet>
      <dgm:spPr/>
    </dgm:pt>
    <dgm:pt modelId="{028EB3D9-CE24-4CA3-9EC5-778B512AC4FE}" type="pres">
      <dgm:prSet presAssocID="{01596C86-B731-4E21-A993-C559AA2296BB}" presName="spacer" presStyleCnt="0"/>
      <dgm:spPr/>
    </dgm:pt>
    <dgm:pt modelId="{B718AD6F-98C8-46E1-B57F-CFF634528F64}" type="pres">
      <dgm:prSet presAssocID="{71B80BBD-B8D5-480D-8769-9F33589C7D7A}" presName="parentText" presStyleLbl="node1" presStyleIdx="3" presStyleCnt="5" custScaleY="73704" custLinFactNeighborY="17731">
        <dgm:presLayoutVars>
          <dgm:chMax val="0"/>
          <dgm:bulletEnabled val="1"/>
        </dgm:presLayoutVars>
      </dgm:prSet>
      <dgm:spPr/>
    </dgm:pt>
    <dgm:pt modelId="{670694FC-1EF2-47D3-AB5E-CDA467214D86}" type="pres">
      <dgm:prSet presAssocID="{9CFA1DC6-A04F-418A-BCA9-2990015D76AA}" presName="spacer" presStyleCnt="0"/>
      <dgm:spPr/>
    </dgm:pt>
    <dgm:pt modelId="{9DAF1D9D-7B5B-4D7E-8B0F-579CA9D3302B}" type="pres">
      <dgm:prSet presAssocID="{0A13F5E5-8A16-41C5-9AC5-E912EA97AED7}" presName="parentText" presStyleLbl="node1" presStyleIdx="4" presStyleCnt="5" custScaleY="69935" custLinFactNeighborX="252" custLinFactNeighborY="3740">
        <dgm:presLayoutVars>
          <dgm:chMax val="0"/>
          <dgm:bulletEnabled val="1"/>
        </dgm:presLayoutVars>
      </dgm:prSet>
      <dgm:spPr/>
    </dgm:pt>
    <dgm:pt modelId="{F1422EAC-B4C3-4523-A4E6-853A06F96262}" type="pres">
      <dgm:prSet presAssocID="{0A13F5E5-8A16-41C5-9AC5-E912EA97AED7}" presName="childText" presStyleLbl="revTx" presStyleIdx="1" presStyleCnt="2" custLinFactNeighborY="54194">
        <dgm:presLayoutVars>
          <dgm:bulletEnabled val="1"/>
        </dgm:presLayoutVars>
      </dgm:prSet>
      <dgm:spPr/>
    </dgm:pt>
  </dgm:ptLst>
  <dgm:cxnLst>
    <dgm:cxn modelId="{B087A805-E80D-4282-B6B9-13306CA9C809}" srcId="{0A13F5E5-8A16-41C5-9AC5-E912EA97AED7}" destId="{3D788622-005B-4C91-81CA-FA19420EDE28}" srcOrd="0" destOrd="0" parTransId="{EF53F0C8-37EF-499F-B387-61E24FBEAC8E}" sibTransId="{BB3282B4-DC3D-4BEF-83D9-6370E4D371A4}"/>
    <dgm:cxn modelId="{2096D20E-D368-4CC0-B312-A9F1FF9131BE}" type="presOf" srcId="{3D788622-005B-4C91-81CA-FA19420EDE28}" destId="{F1422EAC-B4C3-4523-A4E6-853A06F96262}" srcOrd="0" destOrd="0" presId="urn:microsoft.com/office/officeart/2005/8/layout/vList2"/>
    <dgm:cxn modelId="{4AE4FD1C-1BC9-420A-AA93-46DCB4E5296C}" srcId="{1B34B08E-C60D-4C3F-BF8F-84B7304D79C8}" destId="{71B80BBD-B8D5-480D-8769-9F33589C7D7A}" srcOrd="3" destOrd="0" parTransId="{90D78A38-5600-4FAB-B407-43595DED417E}" sibTransId="{9CFA1DC6-A04F-418A-BCA9-2990015D76AA}"/>
    <dgm:cxn modelId="{683B1231-2C57-4A42-A9D5-7CE8AEEA5752}" type="presOf" srcId="{71B80BBD-B8D5-480D-8769-9F33589C7D7A}" destId="{B718AD6F-98C8-46E1-B57F-CFF634528F64}" srcOrd="0" destOrd="0" presId="urn:microsoft.com/office/officeart/2005/8/layout/vList2"/>
    <dgm:cxn modelId="{6D611A35-0DAD-427D-A6AC-8BC911ED88FA}" type="presOf" srcId="{602DE4BB-34C6-43A9-BBE1-A2E9F6D86308}" destId="{7F976C01-1A8E-42B0-90A8-C9EF38168BFF}" srcOrd="0" destOrd="0" presId="urn:microsoft.com/office/officeart/2005/8/layout/vList2"/>
    <dgm:cxn modelId="{B8E4B448-F5CC-4472-8EB0-BD5DC4CF837D}" srcId="{1B34B08E-C60D-4C3F-BF8F-84B7304D79C8}" destId="{CAB706EF-11B9-46B1-A8CF-FA90A886FAF8}" srcOrd="1" destOrd="0" parTransId="{6BA92645-636B-4A59-9293-9C933EF4E5D6}" sibTransId="{A44AE0DC-1D09-40FE-A89C-0752B78345C9}"/>
    <dgm:cxn modelId="{36072654-70D8-480F-BFB2-F1C7A6B3E7D1}" srcId="{1B34B08E-C60D-4C3F-BF8F-84B7304D79C8}" destId="{405834FF-68A5-4074-8CD5-683211200007}" srcOrd="2" destOrd="0" parTransId="{830BF31C-E959-4BC3-A67A-AC102AEF9137}" sibTransId="{01596C86-B731-4E21-A993-C559AA2296BB}"/>
    <dgm:cxn modelId="{209A275E-66CE-49BA-8620-14F9E625F8D4}" type="presOf" srcId="{05EFC6F4-EAE4-4B33-9AEE-78747E45DAB3}" destId="{353EFBF6-EB1F-4624-AC4F-2B47AAAB64F6}" srcOrd="0" destOrd="0" presId="urn:microsoft.com/office/officeart/2005/8/layout/vList2"/>
    <dgm:cxn modelId="{E47C1F60-7E64-4F01-A23E-A64212C73BC2}" srcId="{05EFC6F4-EAE4-4B33-9AEE-78747E45DAB3}" destId="{602DE4BB-34C6-43A9-BBE1-A2E9F6D86308}" srcOrd="0" destOrd="0" parTransId="{8FD54A6C-43E0-4912-B005-9B95D4F25B5D}" sibTransId="{184F95A9-5644-4DAC-B8C3-E721D84B14D4}"/>
    <dgm:cxn modelId="{B551C086-AE3B-4C0C-9504-E6E743156188}" type="presOf" srcId="{1B34B08E-C60D-4C3F-BF8F-84B7304D79C8}" destId="{90FD8710-D1A0-4C1F-AF62-02AE6EC4FA84}" srcOrd="0" destOrd="0" presId="urn:microsoft.com/office/officeart/2005/8/layout/vList2"/>
    <dgm:cxn modelId="{8C20209A-69BF-4E40-86D9-1E4E8F0233F9}" type="presOf" srcId="{405834FF-68A5-4074-8CD5-683211200007}" destId="{D29E8B74-D65E-4649-BC29-719C89E340C0}" srcOrd="0" destOrd="0" presId="urn:microsoft.com/office/officeart/2005/8/layout/vList2"/>
    <dgm:cxn modelId="{9BB0DFAB-6661-48B7-A2CC-336E91ECD06D}" srcId="{1B34B08E-C60D-4C3F-BF8F-84B7304D79C8}" destId="{0A13F5E5-8A16-41C5-9AC5-E912EA97AED7}" srcOrd="4" destOrd="0" parTransId="{C36CF0A6-7B6D-44B8-8B75-B3A524AEA274}" sibTransId="{7D1E09D2-9BF2-4E4F-B08B-B395AAB5C468}"/>
    <dgm:cxn modelId="{AD4C9FB3-B5E1-47BD-A25E-60979F4FD0BA}" srcId="{1B34B08E-C60D-4C3F-BF8F-84B7304D79C8}" destId="{05EFC6F4-EAE4-4B33-9AEE-78747E45DAB3}" srcOrd="0" destOrd="0" parTransId="{208F0F02-F1B9-4E44-A3E7-280B06C6B960}" sibTransId="{EF0FDCDB-FF75-4F04-B0B3-91120B7B7221}"/>
    <dgm:cxn modelId="{5FE646D5-117A-429B-9D3C-05DE609E4F0E}" type="presOf" srcId="{0A13F5E5-8A16-41C5-9AC5-E912EA97AED7}" destId="{9DAF1D9D-7B5B-4D7E-8B0F-579CA9D3302B}" srcOrd="0" destOrd="0" presId="urn:microsoft.com/office/officeart/2005/8/layout/vList2"/>
    <dgm:cxn modelId="{69173FDB-E49B-48A4-A5F8-D4400F70654E}" type="presOf" srcId="{CAB706EF-11B9-46B1-A8CF-FA90A886FAF8}" destId="{86BD0C2D-08A5-424B-86E3-9A4832479032}" srcOrd="0" destOrd="0" presId="urn:microsoft.com/office/officeart/2005/8/layout/vList2"/>
    <dgm:cxn modelId="{D7C184D7-F12A-4C69-B29F-CF6135D14EF7}" type="presParOf" srcId="{90FD8710-D1A0-4C1F-AF62-02AE6EC4FA84}" destId="{353EFBF6-EB1F-4624-AC4F-2B47AAAB64F6}" srcOrd="0" destOrd="0" presId="urn:microsoft.com/office/officeart/2005/8/layout/vList2"/>
    <dgm:cxn modelId="{8A9F38F1-5E1B-4F54-824C-67AEA75D73A7}" type="presParOf" srcId="{90FD8710-D1A0-4C1F-AF62-02AE6EC4FA84}" destId="{7F976C01-1A8E-42B0-90A8-C9EF38168BFF}" srcOrd="1" destOrd="0" presId="urn:microsoft.com/office/officeart/2005/8/layout/vList2"/>
    <dgm:cxn modelId="{07F5C014-405F-4646-9137-A2416FE8E802}" type="presParOf" srcId="{90FD8710-D1A0-4C1F-AF62-02AE6EC4FA84}" destId="{86BD0C2D-08A5-424B-86E3-9A4832479032}" srcOrd="2" destOrd="0" presId="urn:microsoft.com/office/officeart/2005/8/layout/vList2"/>
    <dgm:cxn modelId="{378A21A3-D19C-4532-B1ED-F7F11037953C}" type="presParOf" srcId="{90FD8710-D1A0-4C1F-AF62-02AE6EC4FA84}" destId="{3F920931-D5A8-470E-860D-C6862F261922}" srcOrd="3" destOrd="0" presId="urn:microsoft.com/office/officeart/2005/8/layout/vList2"/>
    <dgm:cxn modelId="{D03DA882-FA0F-4FFF-BFBD-055F29FAC3DC}" type="presParOf" srcId="{90FD8710-D1A0-4C1F-AF62-02AE6EC4FA84}" destId="{D29E8B74-D65E-4649-BC29-719C89E340C0}" srcOrd="4" destOrd="0" presId="urn:microsoft.com/office/officeart/2005/8/layout/vList2"/>
    <dgm:cxn modelId="{5F2CBE06-C913-43FB-BBD5-1DA196CFE3D9}" type="presParOf" srcId="{90FD8710-D1A0-4C1F-AF62-02AE6EC4FA84}" destId="{028EB3D9-CE24-4CA3-9EC5-778B512AC4FE}" srcOrd="5" destOrd="0" presId="urn:microsoft.com/office/officeart/2005/8/layout/vList2"/>
    <dgm:cxn modelId="{3B9F9D14-5A8C-4A86-BB4D-A6597F4EE4EE}" type="presParOf" srcId="{90FD8710-D1A0-4C1F-AF62-02AE6EC4FA84}" destId="{B718AD6F-98C8-46E1-B57F-CFF634528F64}" srcOrd="6" destOrd="0" presId="urn:microsoft.com/office/officeart/2005/8/layout/vList2"/>
    <dgm:cxn modelId="{B4C9125B-E9F3-4F17-BD48-E314FB86923E}" type="presParOf" srcId="{90FD8710-D1A0-4C1F-AF62-02AE6EC4FA84}" destId="{670694FC-1EF2-47D3-AB5E-CDA467214D86}" srcOrd="7" destOrd="0" presId="urn:microsoft.com/office/officeart/2005/8/layout/vList2"/>
    <dgm:cxn modelId="{3F06E8D3-C391-4376-978D-5C4A032746C5}" type="presParOf" srcId="{90FD8710-D1A0-4C1F-AF62-02AE6EC4FA84}" destId="{9DAF1D9D-7B5B-4D7E-8B0F-579CA9D3302B}" srcOrd="8" destOrd="0" presId="urn:microsoft.com/office/officeart/2005/8/layout/vList2"/>
    <dgm:cxn modelId="{DDDC580C-816A-4E4E-AA6E-1F622F014D73}" type="presParOf" srcId="{90FD8710-D1A0-4C1F-AF62-02AE6EC4FA84}" destId="{F1422EAC-B4C3-4523-A4E6-853A06F96262}" srcOrd="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378DA38-FECB-4BFC-91E6-F5C11B9FD13F}"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US"/>
        </a:p>
      </dgm:t>
    </dgm:pt>
    <dgm:pt modelId="{0C28BC11-E0D3-42F8-BEF3-459A3AC686CA}">
      <dgm:prSet/>
      <dgm:spPr>
        <a:solidFill>
          <a:srgbClr val="007590"/>
        </a:solidFill>
      </dgm:spPr>
      <dgm:t>
        <a:bodyPr/>
        <a:lstStyle/>
        <a:p>
          <a:r>
            <a:rPr lang="en-CA"/>
            <a:t>JavaScript</a:t>
          </a:r>
          <a:endParaRPr lang="en-US"/>
        </a:p>
      </dgm:t>
    </dgm:pt>
    <dgm:pt modelId="{B8DF6352-19EB-450E-939A-571015076A65}" type="parTrans" cxnId="{A78BBD95-725C-4013-BEC3-CCA4115D8D09}">
      <dgm:prSet/>
      <dgm:spPr/>
      <dgm:t>
        <a:bodyPr/>
        <a:lstStyle/>
        <a:p>
          <a:endParaRPr lang="en-US"/>
        </a:p>
      </dgm:t>
    </dgm:pt>
    <dgm:pt modelId="{76AE38E9-71A9-4AA4-9007-033A800A6987}" type="sibTrans" cxnId="{A78BBD95-725C-4013-BEC3-CCA4115D8D09}">
      <dgm:prSet/>
      <dgm:spPr/>
      <dgm:t>
        <a:bodyPr/>
        <a:lstStyle/>
        <a:p>
          <a:endParaRPr lang="en-US"/>
        </a:p>
      </dgm:t>
    </dgm:pt>
    <dgm:pt modelId="{F0464B51-F324-441F-BD01-508AE60DDD2A}">
      <dgm:prSet custT="1"/>
      <dgm:spPr>
        <a:solidFill>
          <a:srgbClr val="007590">
            <a:alpha val="26000"/>
          </a:srgbClr>
        </a:solidFill>
      </dgm:spPr>
      <dgm:t>
        <a:bodyPr/>
        <a:lstStyle/>
        <a:p>
          <a:r>
            <a:rPr lang="en-CA" sz="2400" dirty="0"/>
            <a:t>Poco que descargar</a:t>
          </a:r>
          <a:endParaRPr lang="en-US" sz="2400" dirty="0"/>
        </a:p>
      </dgm:t>
    </dgm:pt>
    <dgm:pt modelId="{70AF43C9-A9FA-4BEF-B7F3-B8CD02D024B2}" type="parTrans" cxnId="{CE2BDB2D-4343-4116-B7E0-9A8251C3FCC8}">
      <dgm:prSet/>
      <dgm:spPr/>
      <dgm:t>
        <a:bodyPr/>
        <a:lstStyle/>
        <a:p>
          <a:endParaRPr lang="en-US"/>
        </a:p>
      </dgm:t>
    </dgm:pt>
    <dgm:pt modelId="{0D4FF943-DABA-4B45-A192-4F35B03501C0}" type="sibTrans" cxnId="{CE2BDB2D-4343-4116-B7E0-9A8251C3FCC8}">
      <dgm:prSet/>
      <dgm:spPr/>
      <dgm:t>
        <a:bodyPr/>
        <a:lstStyle/>
        <a:p>
          <a:endParaRPr lang="en-US"/>
        </a:p>
      </dgm:t>
    </dgm:pt>
    <dgm:pt modelId="{DF3D8FBB-664C-4677-9569-6C44491C2754}">
      <dgm:prSet custT="1"/>
      <dgm:spPr>
        <a:solidFill>
          <a:srgbClr val="007590">
            <a:alpha val="26000"/>
          </a:srgbClr>
        </a:solidFill>
      </dgm:spPr>
      <dgm:t>
        <a:bodyPr/>
        <a:lstStyle/>
        <a:p>
          <a:r>
            <a:rPr lang="en-CA" sz="2400" dirty="0"/>
            <a:t>Disponible en los navegadores de cada PC escolar</a:t>
          </a:r>
          <a:endParaRPr lang="en-US" sz="2400" dirty="0"/>
        </a:p>
      </dgm:t>
    </dgm:pt>
    <dgm:pt modelId="{26C61216-70B0-40A1-BDC3-17C29982D33A}" type="parTrans" cxnId="{7A38EFCA-185A-4312-850F-B8250CFF6FC7}">
      <dgm:prSet/>
      <dgm:spPr/>
      <dgm:t>
        <a:bodyPr/>
        <a:lstStyle/>
        <a:p>
          <a:endParaRPr lang="en-US"/>
        </a:p>
      </dgm:t>
    </dgm:pt>
    <dgm:pt modelId="{322EFDBE-F72B-4F24-932F-C1D71365F41C}" type="sibTrans" cxnId="{7A38EFCA-185A-4312-850F-B8250CFF6FC7}">
      <dgm:prSet/>
      <dgm:spPr/>
      <dgm:t>
        <a:bodyPr/>
        <a:lstStyle/>
        <a:p>
          <a:endParaRPr lang="en-US"/>
        </a:p>
      </dgm:t>
    </dgm:pt>
    <dgm:pt modelId="{3F823893-1DF6-49DE-92C4-BF6430CF591F}">
      <dgm:prSet/>
      <dgm:spPr>
        <a:solidFill>
          <a:srgbClr val="F49201"/>
        </a:solidFill>
      </dgm:spPr>
      <dgm:t>
        <a:bodyPr/>
        <a:lstStyle/>
        <a:p>
          <a:r>
            <a:rPr lang="en-CA"/>
            <a:t>Python</a:t>
          </a:r>
          <a:endParaRPr lang="en-US"/>
        </a:p>
      </dgm:t>
    </dgm:pt>
    <dgm:pt modelId="{2C4834C0-63D5-463C-A4BE-844287F2B1E1}" type="parTrans" cxnId="{BA84F7EE-2A8D-4B18-9696-E000EA029FB0}">
      <dgm:prSet/>
      <dgm:spPr/>
      <dgm:t>
        <a:bodyPr/>
        <a:lstStyle/>
        <a:p>
          <a:endParaRPr lang="en-US"/>
        </a:p>
      </dgm:t>
    </dgm:pt>
    <dgm:pt modelId="{952367E3-4C33-49AD-9EDB-A0C6E324EEE8}" type="sibTrans" cxnId="{BA84F7EE-2A8D-4B18-9696-E000EA029FB0}">
      <dgm:prSet/>
      <dgm:spPr/>
      <dgm:t>
        <a:bodyPr/>
        <a:lstStyle/>
        <a:p>
          <a:endParaRPr lang="en-US"/>
        </a:p>
      </dgm:t>
    </dgm:pt>
    <dgm:pt modelId="{B2DA32E3-B5AC-44E5-A98F-652626825867}">
      <dgm:prSet custT="1"/>
      <dgm:spPr>
        <a:solidFill>
          <a:srgbClr val="F49201">
            <a:alpha val="20000"/>
          </a:srgbClr>
        </a:solidFill>
      </dgm:spPr>
      <dgm:t>
        <a:bodyPr/>
        <a:lstStyle/>
        <a:p>
          <a:r>
            <a:rPr lang="en-CA" sz="2400" dirty="0"/>
            <a:t>Asociado con las dos grandes tendencias:</a:t>
          </a:r>
          <a:endParaRPr lang="en-US" sz="2400" dirty="0"/>
        </a:p>
      </dgm:t>
    </dgm:pt>
    <dgm:pt modelId="{64CDA6CE-E892-41EE-991E-202AD81A25B0}" type="parTrans" cxnId="{44C261E6-714A-4810-AA0D-1817B27DEE28}">
      <dgm:prSet/>
      <dgm:spPr/>
      <dgm:t>
        <a:bodyPr/>
        <a:lstStyle/>
        <a:p>
          <a:endParaRPr lang="en-US"/>
        </a:p>
      </dgm:t>
    </dgm:pt>
    <dgm:pt modelId="{AF095E38-454B-4704-B8B0-D88D69809D3F}" type="sibTrans" cxnId="{44C261E6-714A-4810-AA0D-1817B27DEE28}">
      <dgm:prSet/>
      <dgm:spPr/>
      <dgm:t>
        <a:bodyPr/>
        <a:lstStyle/>
        <a:p>
          <a:endParaRPr lang="en-US"/>
        </a:p>
      </dgm:t>
    </dgm:pt>
    <dgm:pt modelId="{14326EE8-F435-4CC6-9A59-F14C798A40FC}">
      <dgm:prSet custT="1"/>
      <dgm:spPr>
        <a:solidFill>
          <a:srgbClr val="F49201">
            <a:alpha val="20000"/>
          </a:srgbClr>
        </a:solidFill>
      </dgm:spPr>
      <dgm:t>
        <a:bodyPr/>
        <a:lstStyle/>
        <a:p>
          <a:r>
            <a:rPr lang="en-CA" sz="2400" dirty="0"/>
            <a:t>Big Data</a:t>
          </a:r>
          <a:endParaRPr lang="en-US" sz="2400" dirty="0"/>
        </a:p>
      </dgm:t>
    </dgm:pt>
    <dgm:pt modelId="{FC93CE8C-8ED0-494A-8234-E32D61B8D927}" type="parTrans" cxnId="{D552D42D-4811-4619-AA72-112613CBF325}">
      <dgm:prSet/>
      <dgm:spPr/>
      <dgm:t>
        <a:bodyPr/>
        <a:lstStyle/>
        <a:p>
          <a:endParaRPr lang="en-US"/>
        </a:p>
      </dgm:t>
    </dgm:pt>
    <dgm:pt modelId="{8CA1D9C7-8B13-493F-95AC-31A5FA28517E}" type="sibTrans" cxnId="{D552D42D-4811-4619-AA72-112613CBF325}">
      <dgm:prSet/>
      <dgm:spPr/>
      <dgm:t>
        <a:bodyPr/>
        <a:lstStyle/>
        <a:p>
          <a:endParaRPr lang="en-US"/>
        </a:p>
      </dgm:t>
    </dgm:pt>
    <dgm:pt modelId="{CEDDFA96-EE2A-4BCE-9B98-704F2B9DC8F7}">
      <dgm:prSet custT="1"/>
      <dgm:spPr>
        <a:solidFill>
          <a:srgbClr val="F49201">
            <a:alpha val="20000"/>
          </a:srgbClr>
        </a:solidFill>
      </dgm:spPr>
      <dgm:t>
        <a:bodyPr/>
        <a:lstStyle/>
        <a:p>
          <a:r>
            <a:rPr lang="en-CA" sz="2400" dirty="0"/>
            <a:t>AI/ML</a:t>
          </a:r>
          <a:endParaRPr lang="en-US" sz="2400" dirty="0"/>
        </a:p>
      </dgm:t>
    </dgm:pt>
    <dgm:pt modelId="{0BD45F52-1849-424D-9C48-2414F4E7F179}" type="parTrans" cxnId="{AE2A1EB2-0C10-4F9B-B324-405C11421F15}">
      <dgm:prSet/>
      <dgm:spPr/>
      <dgm:t>
        <a:bodyPr/>
        <a:lstStyle/>
        <a:p>
          <a:endParaRPr lang="en-US"/>
        </a:p>
      </dgm:t>
    </dgm:pt>
    <dgm:pt modelId="{8F8B40EE-2189-4F66-B8C8-EA28D2555283}" type="sibTrans" cxnId="{AE2A1EB2-0C10-4F9B-B324-405C11421F15}">
      <dgm:prSet/>
      <dgm:spPr/>
      <dgm:t>
        <a:bodyPr/>
        <a:lstStyle/>
        <a:p>
          <a:endParaRPr lang="en-US"/>
        </a:p>
      </dgm:t>
    </dgm:pt>
    <dgm:pt modelId="{2A778F37-DD3B-49E2-89D4-1221D5438274}">
      <dgm:prSet custT="1"/>
      <dgm:spPr>
        <a:solidFill>
          <a:srgbClr val="F49201">
            <a:alpha val="20000"/>
          </a:srgbClr>
        </a:solidFill>
      </dgm:spPr>
      <dgm:t>
        <a:bodyPr/>
        <a:lstStyle/>
        <a:p>
          <a:r>
            <a:rPr lang="en-CA" sz="2400" dirty="0"/>
            <a:t>El notebook </a:t>
          </a:r>
          <a:r>
            <a:rPr lang="en-CA" sz="2400" dirty="0" err="1"/>
            <a:t>Jupyter</a:t>
          </a:r>
          <a:r>
            <a:rPr lang="en-CA" sz="2400" dirty="0"/>
            <a:t> en línea es popular</a:t>
          </a:r>
          <a:endParaRPr lang="en-US" sz="2400" dirty="0"/>
        </a:p>
      </dgm:t>
    </dgm:pt>
    <dgm:pt modelId="{8C1E3579-DE89-4084-A7C1-DD6598C294DD}" type="parTrans" cxnId="{DC5FA17F-B971-4370-961F-BF444448EFB8}">
      <dgm:prSet/>
      <dgm:spPr/>
      <dgm:t>
        <a:bodyPr/>
        <a:lstStyle/>
        <a:p>
          <a:endParaRPr lang="en-US"/>
        </a:p>
      </dgm:t>
    </dgm:pt>
    <dgm:pt modelId="{9B841BA5-7315-4426-8E07-DEDF5BE93D36}" type="sibTrans" cxnId="{DC5FA17F-B971-4370-961F-BF444448EFB8}">
      <dgm:prSet/>
      <dgm:spPr/>
      <dgm:t>
        <a:bodyPr/>
        <a:lstStyle/>
        <a:p>
          <a:endParaRPr lang="en-US"/>
        </a:p>
      </dgm:t>
    </dgm:pt>
    <dgm:pt modelId="{B90D5435-088B-4129-B44A-F03FCF31B57F}" type="pres">
      <dgm:prSet presAssocID="{B378DA38-FECB-4BFC-91E6-F5C11B9FD13F}" presName="Name0" presStyleCnt="0">
        <dgm:presLayoutVars>
          <dgm:dir/>
          <dgm:animLvl val="lvl"/>
          <dgm:resizeHandles val="exact"/>
        </dgm:presLayoutVars>
      </dgm:prSet>
      <dgm:spPr/>
    </dgm:pt>
    <dgm:pt modelId="{4D6D6C19-719A-4409-94AB-FF985B51B8E6}" type="pres">
      <dgm:prSet presAssocID="{0C28BC11-E0D3-42F8-BEF3-459A3AC686CA}" presName="linNode" presStyleCnt="0"/>
      <dgm:spPr/>
    </dgm:pt>
    <dgm:pt modelId="{5540DFF0-C8BF-49C1-AA37-8643C006F6D4}" type="pres">
      <dgm:prSet presAssocID="{0C28BC11-E0D3-42F8-BEF3-459A3AC686CA}" presName="parentText" presStyleLbl="node1" presStyleIdx="0" presStyleCnt="2">
        <dgm:presLayoutVars>
          <dgm:chMax val="1"/>
          <dgm:bulletEnabled val="1"/>
        </dgm:presLayoutVars>
      </dgm:prSet>
      <dgm:spPr/>
    </dgm:pt>
    <dgm:pt modelId="{084E8C08-05E4-4866-B565-5CCF5B6B3F9D}" type="pres">
      <dgm:prSet presAssocID="{0C28BC11-E0D3-42F8-BEF3-459A3AC686CA}" presName="descendantText" presStyleLbl="alignAccFollowNode1" presStyleIdx="0" presStyleCnt="2" custScaleY="123967">
        <dgm:presLayoutVars>
          <dgm:bulletEnabled val="1"/>
        </dgm:presLayoutVars>
      </dgm:prSet>
      <dgm:spPr/>
    </dgm:pt>
    <dgm:pt modelId="{E7A54AB7-17A0-4E0A-A9A9-08BEFB27B56A}" type="pres">
      <dgm:prSet presAssocID="{76AE38E9-71A9-4AA4-9007-033A800A6987}" presName="sp" presStyleCnt="0"/>
      <dgm:spPr/>
    </dgm:pt>
    <dgm:pt modelId="{E876472C-D12F-436A-ACAF-A3F6684D62A5}" type="pres">
      <dgm:prSet presAssocID="{3F823893-1DF6-49DE-92C4-BF6430CF591F}" presName="linNode" presStyleCnt="0"/>
      <dgm:spPr/>
    </dgm:pt>
    <dgm:pt modelId="{D178018A-A702-4ABC-9858-0CADB5C7D4BB}" type="pres">
      <dgm:prSet presAssocID="{3F823893-1DF6-49DE-92C4-BF6430CF591F}" presName="parentText" presStyleLbl="node1" presStyleIdx="1" presStyleCnt="2">
        <dgm:presLayoutVars>
          <dgm:chMax val="1"/>
          <dgm:bulletEnabled val="1"/>
        </dgm:presLayoutVars>
      </dgm:prSet>
      <dgm:spPr/>
    </dgm:pt>
    <dgm:pt modelId="{F8E31C8E-EBAD-4EBC-BAF8-4E3A8CFDE4DD}" type="pres">
      <dgm:prSet presAssocID="{3F823893-1DF6-49DE-92C4-BF6430CF591F}" presName="descendantText" presStyleLbl="alignAccFollowNode1" presStyleIdx="1" presStyleCnt="2" custScaleY="187468">
        <dgm:presLayoutVars>
          <dgm:bulletEnabled val="1"/>
        </dgm:presLayoutVars>
      </dgm:prSet>
      <dgm:spPr/>
    </dgm:pt>
  </dgm:ptLst>
  <dgm:cxnLst>
    <dgm:cxn modelId="{1726D11A-6436-4C0F-893E-CF6CD3D32F0B}" type="presOf" srcId="{B2DA32E3-B5AC-44E5-A98F-652626825867}" destId="{F8E31C8E-EBAD-4EBC-BAF8-4E3A8CFDE4DD}" srcOrd="0" destOrd="0" presId="urn:microsoft.com/office/officeart/2005/8/layout/vList5"/>
    <dgm:cxn modelId="{BEA0B526-CA8F-4251-BBC5-0289746632C1}" type="presOf" srcId="{CEDDFA96-EE2A-4BCE-9B98-704F2B9DC8F7}" destId="{F8E31C8E-EBAD-4EBC-BAF8-4E3A8CFDE4DD}" srcOrd="0" destOrd="2" presId="urn:microsoft.com/office/officeart/2005/8/layout/vList5"/>
    <dgm:cxn modelId="{D552D42D-4811-4619-AA72-112613CBF325}" srcId="{B2DA32E3-B5AC-44E5-A98F-652626825867}" destId="{14326EE8-F435-4CC6-9A59-F14C798A40FC}" srcOrd="0" destOrd="0" parTransId="{FC93CE8C-8ED0-494A-8234-E32D61B8D927}" sibTransId="{8CA1D9C7-8B13-493F-95AC-31A5FA28517E}"/>
    <dgm:cxn modelId="{CE2BDB2D-4343-4116-B7E0-9A8251C3FCC8}" srcId="{0C28BC11-E0D3-42F8-BEF3-459A3AC686CA}" destId="{F0464B51-F324-441F-BD01-508AE60DDD2A}" srcOrd="0" destOrd="0" parTransId="{70AF43C9-A9FA-4BEF-B7F3-B8CD02D024B2}" sibTransId="{0D4FF943-DABA-4B45-A192-4F35B03501C0}"/>
    <dgm:cxn modelId="{2312DC4C-0D6C-4621-87CA-777786862AC9}" type="presOf" srcId="{0C28BC11-E0D3-42F8-BEF3-459A3AC686CA}" destId="{5540DFF0-C8BF-49C1-AA37-8643C006F6D4}" srcOrd="0" destOrd="0" presId="urn:microsoft.com/office/officeart/2005/8/layout/vList5"/>
    <dgm:cxn modelId="{0A508A4D-48D5-427B-80BB-542868F3F0A8}" type="presOf" srcId="{F0464B51-F324-441F-BD01-508AE60DDD2A}" destId="{084E8C08-05E4-4866-B565-5CCF5B6B3F9D}" srcOrd="0" destOrd="0" presId="urn:microsoft.com/office/officeart/2005/8/layout/vList5"/>
    <dgm:cxn modelId="{DC5FA17F-B971-4370-961F-BF444448EFB8}" srcId="{3F823893-1DF6-49DE-92C4-BF6430CF591F}" destId="{2A778F37-DD3B-49E2-89D4-1221D5438274}" srcOrd="1" destOrd="0" parTransId="{8C1E3579-DE89-4084-A7C1-DD6598C294DD}" sibTransId="{9B841BA5-7315-4426-8E07-DEDF5BE93D36}"/>
    <dgm:cxn modelId="{A78BBD95-725C-4013-BEC3-CCA4115D8D09}" srcId="{B378DA38-FECB-4BFC-91E6-F5C11B9FD13F}" destId="{0C28BC11-E0D3-42F8-BEF3-459A3AC686CA}" srcOrd="0" destOrd="0" parTransId="{B8DF6352-19EB-450E-939A-571015076A65}" sibTransId="{76AE38E9-71A9-4AA4-9007-033A800A6987}"/>
    <dgm:cxn modelId="{DA801FA0-4906-4C82-90F8-6D8390CA4AFC}" type="presOf" srcId="{14326EE8-F435-4CC6-9A59-F14C798A40FC}" destId="{F8E31C8E-EBAD-4EBC-BAF8-4E3A8CFDE4DD}" srcOrd="0" destOrd="1" presId="urn:microsoft.com/office/officeart/2005/8/layout/vList5"/>
    <dgm:cxn modelId="{AE2A1EB2-0C10-4F9B-B324-405C11421F15}" srcId="{B2DA32E3-B5AC-44E5-A98F-652626825867}" destId="{CEDDFA96-EE2A-4BCE-9B98-704F2B9DC8F7}" srcOrd="1" destOrd="0" parTransId="{0BD45F52-1849-424D-9C48-2414F4E7F179}" sibTransId="{8F8B40EE-2189-4F66-B8C8-EA28D2555283}"/>
    <dgm:cxn modelId="{E109C8BD-2518-466B-A9B0-6C717C28F237}" type="presOf" srcId="{B378DA38-FECB-4BFC-91E6-F5C11B9FD13F}" destId="{B90D5435-088B-4129-B44A-F03FCF31B57F}" srcOrd="0" destOrd="0" presId="urn:microsoft.com/office/officeart/2005/8/layout/vList5"/>
    <dgm:cxn modelId="{791D9DC6-5175-47A6-864F-DCF2CFC4DA53}" type="presOf" srcId="{3F823893-1DF6-49DE-92C4-BF6430CF591F}" destId="{D178018A-A702-4ABC-9858-0CADB5C7D4BB}" srcOrd="0" destOrd="0" presId="urn:microsoft.com/office/officeart/2005/8/layout/vList5"/>
    <dgm:cxn modelId="{7A38EFCA-185A-4312-850F-B8250CFF6FC7}" srcId="{0C28BC11-E0D3-42F8-BEF3-459A3AC686CA}" destId="{DF3D8FBB-664C-4677-9569-6C44491C2754}" srcOrd="1" destOrd="0" parTransId="{26C61216-70B0-40A1-BDC3-17C29982D33A}" sibTransId="{322EFDBE-F72B-4F24-932F-C1D71365F41C}"/>
    <dgm:cxn modelId="{9B8373E3-43A1-48F3-80DE-FBF24EC712E5}" type="presOf" srcId="{2A778F37-DD3B-49E2-89D4-1221D5438274}" destId="{F8E31C8E-EBAD-4EBC-BAF8-4E3A8CFDE4DD}" srcOrd="0" destOrd="3" presId="urn:microsoft.com/office/officeart/2005/8/layout/vList5"/>
    <dgm:cxn modelId="{44C261E6-714A-4810-AA0D-1817B27DEE28}" srcId="{3F823893-1DF6-49DE-92C4-BF6430CF591F}" destId="{B2DA32E3-B5AC-44E5-A98F-652626825867}" srcOrd="0" destOrd="0" parTransId="{64CDA6CE-E892-41EE-991E-202AD81A25B0}" sibTransId="{AF095E38-454B-4704-B8B0-D88D69809D3F}"/>
    <dgm:cxn modelId="{BA84F7EE-2A8D-4B18-9696-E000EA029FB0}" srcId="{B378DA38-FECB-4BFC-91E6-F5C11B9FD13F}" destId="{3F823893-1DF6-49DE-92C4-BF6430CF591F}" srcOrd="1" destOrd="0" parTransId="{2C4834C0-63D5-463C-A4BE-844287F2B1E1}" sibTransId="{952367E3-4C33-49AD-9EDB-A0C6E324EEE8}"/>
    <dgm:cxn modelId="{7041BAF8-0C28-4385-9BA2-50543E3AD01C}" type="presOf" srcId="{DF3D8FBB-664C-4677-9569-6C44491C2754}" destId="{084E8C08-05E4-4866-B565-5CCF5B6B3F9D}" srcOrd="0" destOrd="1" presId="urn:microsoft.com/office/officeart/2005/8/layout/vList5"/>
    <dgm:cxn modelId="{FAF2F0D6-6532-480D-A8F0-A9CDFE5C2DAE}" type="presParOf" srcId="{B90D5435-088B-4129-B44A-F03FCF31B57F}" destId="{4D6D6C19-719A-4409-94AB-FF985B51B8E6}" srcOrd="0" destOrd="0" presId="urn:microsoft.com/office/officeart/2005/8/layout/vList5"/>
    <dgm:cxn modelId="{97CBBE94-5294-43AA-8FDF-F73E4F42EC64}" type="presParOf" srcId="{4D6D6C19-719A-4409-94AB-FF985B51B8E6}" destId="{5540DFF0-C8BF-49C1-AA37-8643C006F6D4}" srcOrd="0" destOrd="0" presId="urn:microsoft.com/office/officeart/2005/8/layout/vList5"/>
    <dgm:cxn modelId="{8FECAD84-1024-4EF4-BEA5-41B383E0F693}" type="presParOf" srcId="{4D6D6C19-719A-4409-94AB-FF985B51B8E6}" destId="{084E8C08-05E4-4866-B565-5CCF5B6B3F9D}" srcOrd="1" destOrd="0" presId="urn:microsoft.com/office/officeart/2005/8/layout/vList5"/>
    <dgm:cxn modelId="{BFD2778E-39D5-4A1C-9030-FCF06E810E34}" type="presParOf" srcId="{B90D5435-088B-4129-B44A-F03FCF31B57F}" destId="{E7A54AB7-17A0-4E0A-A9A9-08BEFB27B56A}" srcOrd="1" destOrd="0" presId="urn:microsoft.com/office/officeart/2005/8/layout/vList5"/>
    <dgm:cxn modelId="{381BD387-D314-4979-8CEF-C868F5051579}" type="presParOf" srcId="{B90D5435-088B-4129-B44A-F03FCF31B57F}" destId="{E876472C-D12F-436A-ACAF-A3F6684D62A5}" srcOrd="2" destOrd="0" presId="urn:microsoft.com/office/officeart/2005/8/layout/vList5"/>
    <dgm:cxn modelId="{D795C10F-3CD1-4669-9B7F-3968C2817D1C}" type="presParOf" srcId="{E876472C-D12F-436A-ACAF-A3F6684D62A5}" destId="{D178018A-A702-4ABC-9858-0CADB5C7D4BB}" srcOrd="0" destOrd="0" presId="urn:microsoft.com/office/officeart/2005/8/layout/vList5"/>
    <dgm:cxn modelId="{CB871165-8935-4129-942E-EC108AF1DA89}" type="presParOf" srcId="{E876472C-D12F-436A-ACAF-A3F6684D62A5}" destId="{F8E31C8E-EBAD-4EBC-BAF8-4E3A8CFDE4DD}"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13FF9AB-E870-4076-823B-735BE0B5B16B}"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391D66F5-C2A1-41A7-9845-FF5E8D045F19}">
      <dgm:prSet custT="1"/>
      <dgm:spPr>
        <a:solidFill>
          <a:srgbClr val="F49201"/>
        </a:solidFill>
        <a:ln>
          <a:noFill/>
        </a:ln>
      </dgm:spPr>
      <dgm:t>
        <a:bodyPr/>
        <a:lstStyle/>
        <a:p>
          <a:r>
            <a:rPr lang="en-CA" sz="2800" dirty="0"/>
            <a:t>En las siguientes diapositivas está el mismo programa en Python y Java</a:t>
          </a:r>
          <a:endParaRPr lang="en-US" sz="2800" dirty="0"/>
        </a:p>
      </dgm:t>
    </dgm:pt>
    <dgm:pt modelId="{430C5455-E00A-442F-AEFD-9FB08562CD3F}" type="parTrans" cxnId="{ED5DEDBE-E232-4E77-B8B9-3FA59CD30045}">
      <dgm:prSet/>
      <dgm:spPr/>
      <dgm:t>
        <a:bodyPr/>
        <a:lstStyle/>
        <a:p>
          <a:endParaRPr lang="en-US"/>
        </a:p>
      </dgm:t>
    </dgm:pt>
    <dgm:pt modelId="{65BC207D-432A-44D6-B595-A4F4D11B0853}" type="sibTrans" cxnId="{ED5DEDBE-E232-4E77-B8B9-3FA59CD30045}">
      <dgm:prSet/>
      <dgm:spPr/>
      <dgm:t>
        <a:bodyPr/>
        <a:lstStyle/>
        <a:p>
          <a:endParaRPr lang="en-US"/>
        </a:p>
      </dgm:t>
    </dgm:pt>
    <dgm:pt modelId="{111DE71C-6E49-44D6-9A5C-C824E7DBCD65}">
      <dgm:prSet custT="1"/>
      <dgm:spPr>
        <a:solidFill>
          <a:srgbClr val="F49201">
            <a:alpha val="73000"/>
          </a:srgbClr>
        </a:solidFill>
      </dgm:spPr>
      <dgm:t>
        <a:bodyPr/>
        <a:lstStyle/>
        <a:p>
          <a:r>
            <a:rPr lang="en-CA" sz="2800" dirty="0"/>
            <a:t>Estos programas solicitan tres valores de punto flotante</a:t>
          </a:r>
          <a:endParaRPr lang="en-US" sz="2800" dirty="0"/>
        </a:p>
      </dgm:t>
    </dgm:pt>
    <dgm:pt modelId="{CB8F3187-7D5B-4EE4-89DD-5AEA879A1743}" type="parTrans" cxnId="{9C87E741-92A0-4A5B-8F54-3EA7654C7EC8}">
      <dgm:prSet/>
      <dgm:spPr/>
      <dgm:t>
        <a:bodyPr/>
        <a:lstStyle/>
        <a:p>
          <a:endParaRPr lang="en-US"/>
        </a:p>
      </dgm:t>
    </dgm:pt>
    <dgm:pt modelId="{85F76FD2-5CE0-40D9-BA4E-2591467E52EF}" type="sibTrans" cxnId="{9C87E741-92A0-4A5B-8F54-3EA7654C7EC8}">
      <dgm:prSet/>
      <dgm:spPr/>
      <dgm:t>
        <a:bodyPr/>
        <a:lstStyle/>
        <a:p>
          <a:endParaRPr lang="en-US"/>
        </a:p>
      </dgm:t>
    </dgm:pt>
    <dgm:pt modelId="{50FC7B30-3F7D-40EB-81CC-55D195AD6393}">
      <dgm:prSet/>
      <dgm:spPr/>
      <dgm:t>
        <a:bodyPr/>
        <a:lstStyle/>
        <a:p>
          <a:r>
            <a:rPr lang="en-CA" dirty="0"/>
            <a:t>La cantidad de dinero prestado, llamada el préstamo</a:t>
          </a:r>
          <a:endParaRPr lang="en-US" dirty="0"/>
        </a:p>
      </dgm:t>
    </dgm:pt>
    <dgm:pt modelId="{7CC3A13D-6E95-4927-92B0-F76B5E666203}" type="parTrans" cxnId="{7E45B9E3-0A07-438D-9078-3B483FF61AF1}">
      <dgm:prSet/>
      <dgm:spPr/>
      <dgm:t>
        <a:bodyPr/>
        <a:lstStyle/>
        <a:p>
          <a:endParaRPr lang="en-US"/>
        </a:p>
      </dgm:t>
    </dgm:pt>
    <dgm:pt modelId="{A7C36C85-155B-4793-B31A-8B9CD1EE8FCF}" type="sibTrans" cxnId="{7E45B9E3-0A07-438D-9078-3B483FF61AF1}">
      <dgm:prSet/>
      <dgm:spPr/>
      <dgm:t>
        <a:bodyPr/>
        <a:lstStyle/>
        <a:p>
          <a:endParaRPr lang="en-US"/>
        </a:p>
      </dgm:t>
    </dgm:pt>
    <dgm:pt modelId="{2EAF789F-FA96-4CDD-881B-29705343008E}">
      <dgm:prSet/>
      <dgm:spPr/>
      <dgm:t>
        <a:bodyPr/>
        <a:lstStyle/>
        <a:p>
          <a:r>
            <a:rPr lang="en-CA" dirty="0"/>
            <a:t>La tasa de interés anual (APR) sobre el dinero prestado</a:t>
          </a:r>
          <a:endParaRPr lang="en-US" dirty="0"/>
        </a:p>
      </dgm:t>
    </dgm:pt>
    <dgm:pt modelId="{9644C5D5-19E7-44D4-969A-F3598410CD00}" type="parTrans" cxnId="{A76F0D73-6FCC-46D3-B86B-A1F7744444F6}">
      <dgm:prSet/>
      <dgm:spPr/>
      <dgm:t>
        <a:bodyPr/>
        <a:lstStyle/>
        <a:p>
          <a:endParaRPr lang="en-US"/>
        </a:p>
      </dgm:t>
    </dgm:pt>
    <dgm:pt modelId="{35C7EDCA-E90C-4132-A120-79DF5BFF61EE}" type="sibTrans" cxnId="{A76F0D73-6FCC-46D3-B86B-A1F7744444F6}">
      <dgm:prSet/>
      <dgm:spPr/>
      <dgm:t>
        <a:bodyPr/>
        <a:lstStyle/>
        <a:p>
          <a:endParaRPr lang="en-US"/>
        </a:p>
      </dgm:t>
    </dgm:pt>
    <dgm:pt modelId="{C907198D-4079-4931-8EC8-9C25862C178C}">
      <dgm:prSet/>
      <dgm:spPr/>
      <dgm:t>
        <a:bodyPr/>
        <a:lstStyle/>
        <a:p>
          <a:r>
            <a:rPr lang="en-CA" dirty="0"/>
            <a:t>La duración del préstamo expresada en meses, llamada el plazo</a:t>
          </a:r>
          <a:endParaRPr lang="en-US" dirty="0"/>
        </a:p>
      </dgm:t>
    </dgm:pt>
    <dgm:pt modelId="{B06BC0AC-CA14-4353-BCA2-F22254459880}" type="parTrans" cxnId="{90ECB835-AD47-482C-9E07-7C7E64457CAC}">
      <dgm:prSet/>
      <dgm:spPr/>
      <dgm:t>
        <a:bodyPr/>
        <a:lstStyle/>
        <a:p>
          <a:endParaRPr lang="en-US"/>
        </a:p>
      </dgm:t>
    </dgm:pt>
    <dgm:pt modelId="{8370F04E-8880-4D59-ABCD-7B467660D102}" type="sibTrans" cxnId="{90ECB835-AD47-482C-9E07-7C7E64457CAC}">
      <dgm:prSet/>
      <dgm:spPr/>
      <dgm:t>
        <a:bodyPr/>
        <a:lstStyle/>
        <a:p>
          <a:endParaRPr lang="en-US"/>
        </a:p>
      </dgm:t>
    </dgm:pt>
    <dgm:pt modelId="{63E84945-CE86-48C7-9D63-FAC4A38890CB}">
      <dgm:prSet custT="1"/>
      <dgm:spPr>
        <a:solidFill>
          <a:srgbClr val="F49201">
            <a:alpha val="59000"/>
          </a:srgbClr>
        </a:solidFill>
      </dgm:spPr>
      <dgm:t>
        <a:bodyPr/>
        <a:lstStyle/>
        <a:p>
          <a:r>
            <a:rPr lang="en-CA" sz="2800" dirty="0"/>
            <a:t>A partir de estos valores, el programa calcula el pago mensual y lo muestra</a:t>
          </a:r>
          <a:endParaRPr lang="en-US" sz="2800" dirty="0"/>
        </a:p>
      </dgm:t>
    </dgm:pt>
    <dgm:pt modelId="{78E11D26-A54C-431D-B7E6-7305B5D325D4}" type="parTrans" cxnId="{17E5FEE3-EAE2-4007-B7CB-248A4E3A1AFA}">
      <dgm:prSet/>
      <dgm:spPr/>
      <dgm:t>
        <a:bodyPr/>
        <a:lstStyle/>
        <a:p>
          <a:endParaRPr lang="en-US"/>
        </a:p>
      </dgm:t>
    </dgm:pt>
    <dgm:pt modelId="{3BE61C83-43C0-4B5E-AA41-246EE68CB85D}" type="sibTrans" cxnId="{17E5FEE3-EAE2-4007-B7CB-248A4E3A1AFA}">
      <dgm:prSet/>
      <dgm:spPr/>
      <dgm:t>
        <a:bodyPr/>
        <a:lstStyle/>
        <a:p>
          <a:endParaRPr lang="en-US"/>
        </a:p>
      </dgm:t>
    </dgm:pt>
    <dgm:pt modelId="{0484A2C5-9EB6-4F97-9A14-89470C21CA60}" type="pres">
      <dgm:prSet presAssocID="{A13FF9AB-E870-4076-823B-735BE0B5B16B}" presName="linear" presStyleCnt="0">
        <dgm:presLayoutVars>
          <dgm:animLvl val="lvl"/>
          <dgm:resizeHandles val="exact"/>
        </dgm:presLayoutVars>
      </dgm:prSet>
      <dgm:spPr/>
    </dgm:pt>
    <dgm:pt modelId="{39D93EE1-B33A-4D62-8197-1C72F709DBB0}" type="pres">
      <dgm:prSet presAssocID="{391D66F5-C2A1-41A7-9845-FF5E8D045F19}" presName="parentText" presStyleLbl="node1" presStyleIdx="0" presStyleCnt="3" custLinFactY="-40632" custLinFactNeighborX="-1034" custLinFactNeighborY="-100000">
        <dgm:presLayoutVars>
          <dgm:chMax val="0"/>
          <dgm:bulletEnabled val="1"/>
        </dgm:presLayoutVars>
      </dgm:prSet>
      <dgm:spPr/>
    </dgm:pt>
    <dgm:pt modelId="{E791CCB3-AC7A-4C11-9FAE-A13085BE2567}" type="pres">
      <dgm:prSet presAssocID="{65BC207D-432A-44D6-B595-A4F4D11B0853}" presName="spacer" presStyleCnt="0"/>
      <dgm:spPr/>
    </dgm:pt>
    <dgm:pt modelId="{46B3FBB8-8273-4A16-B4AC-541339BBC3D2}" type="pres">
      <dgm:prSet presAssocID="{111DE71C-6E49-44D6-9A5C-C824E7DBCD65}" presName="parentText" presStyleLbl="node1" presStyleIdx="1" presStyleCnt="3" custLinFactNeighborX="-1034" custLinFactNeighborY="-16265">
        <dgm:presLayoutVars>
          <dgm:chMax val="0"/>
          <dgm:bulletEnabled val="1"/>
        </dgm:presLayoutVars>
      </dgm:prSet>
      <dgm:spPr/>
    </dgm:pt>
    <dgm:pt modelId="{2681C59C-AFCA-46E9-A58A-96AA6AE351F9}" type="pres">
      <dgm:prSet presAssocID="{111DE71C-6E49-44D6-9A5C-C824E7DBCD65}" presName="childText" presStyleLbl="revTx" presStyleIdx="0" presStyleCnt="1">
        <dgm:presLayoutVars>
          <dgm:bulletEnabled val="1"/>
        </dgm:presLayoutVars>
      </dgm:prSet>
      <dgm:spPr/>
    </dgm:pt>
    <dgm:pt modelId="{F60B8168-E54D-4DEB-BD1C-DDE6AD57CDBD}" type="pres">
      <dgm:prSet presAssocID="{63E84945-CE86-48C7-9D63-FAC4A38890CB}" presName="parentText" presStyleLbl="node1" presStyleIdx="2" presStyleCnt="3" custLinFactNeighborX="-1034" custLinFactNeighborY="16265">
        <dgm:presLayoutVars>
          <dgm:chMax val="0"/>
          <dgm:bulletEnabled val="1"/>
        </dgm:presLayoutVars>
      </dgm:prSet>
      <dgm:spPr/>
    </dgm:pt>
  </dgm:ptLst>
  <dgm:cxnLst>
    <dgm:cxn modelId="{90ECB835-AD47-482C-9E07-7C7E64457CAC}" srcId="{111DE71C-6E49-44D6-9A5C-C824E7DBCD65}" destId="{C907198D-4079-4931-8EC8-9C25862C178C}" srcOrd="2" destOrd="0" parTransId="{B06BC0AC-CA14-4353-BCA2-F22254459880}" sibTransId="{8370F04E-8880-4D59-ABCD-7B467660D102}"/>
    <dgm:cxn modelId="{9C87E741-92A0-4A5B-8F54-3EA7654C7EC8}" srcId="{A13FF9AB-E870-4076-823B-735BE0B5B16B}" destId="{111DE71C-6E49-44D6-9A5C-C824E7DBCD65}" srcOrd="1" destOrd="0" parTransId="{CB8F3187-7D5B-4EE4-89DD-5AEA879A1743}" sibTransId="{85F76FD2-5CE0-40D9-BA4E-2591467E52EF}"/>
    <dgm:cxn modelId="{0C245E5C-0289-45B6-A48E-19BEB5A6AE33}" type="presOf" srcId="{391D66F5-C2A1-41A7-9845-FF5E8D045F19}" destId="{39D93EE1-B33A-4D62-8197-1C72F709DBB0}" srcOrd="0" destOrd="0" presId="urn:microsoft.com/office/officeart/2005/8/layout/vList2"/>
    <dgm:cxn modelId="{A76F0D73-6FCC-46D3-B86B-A1F7744444F6}" srcId="{111DE71C-6E49-44D6-9A5C-C824E7DBCD65}" destId="{2EAF789F-FA96-4CDD-881B-29705343008E}" srcOrd="1" destOrd="0" parTransId="{9644C5D5-19E7-44D4-969A-F3598410CD00}" sibTransId="{35C7EDCA-E90C-4132-A120-79DF5BFF61EE}"/>
    <dgm:cxn modelId="{D220A577-A2AE-472E-B321-05FCD7093666}" type="presOf" srcId="{63E84945-CE86-48C7-9D63-FAC4A38890CB}" destId="{F60B8168-E54D-4DEB-BD1C-DDE6AD57CDBD}" srcOrd="0" destOrd="0" presId="urn:microsoft.com/office/officeart/2005/8/layout/vList2"/>
    <dgm:cxn modelId="{EBB2A387-78F5-4BCF-B513-A38759CD3F4B}" type="presOf" srcId="{C907198D-4079-4931-8EC8-9C25862C178C}" destId="{2681C59C-AFCA-46E9-A58A-96AA6AE351F9}" srcOrd="0" destOrd="2" presId="urn:microsoft.com/office/officeart/2005/8/layout/vList2"/>
    <dgm:cxn modelId="{938F1188-B900-45A2-994C-1295852FC5AD}" type="presOf" srcId="{A13FF9AB-E870-4076-823B-735BE0B5B16B}" destId="{0484A2C5-9EB6-4F97-9A14-89470C21CA60}" srcOrd="0" destOrd="0" presId="urn:microsoft.com/office/officeart/2005/8/layout/vList2"/>
    <dgm:cxn modelId="{ED5DEDBE-E232-4E77-B8B9-3FA59CD30045}" srcId="{A13FF9AB-E870-4076-823B-735BE0B5B16B}" destId="{391D66F5-C2A1-41A7-9845-FF5E8D045F19}" srcOrd="0" destOrd="0" parTransId="{430C5455-E00A-442F-AEFD-9FB08562CD3F}" sibTransId="{65BC207D-432A-44D6-B595-A4F4D11B0853}"/>
    <dgm:cxn modelId="{7A794DD2-744B-47A5-BC4F-74DFBBAB21C9}" type="presOf" srcId="{50FC7B30-3F7D-40EB-81CC-55D195AD6393}" destId="{2681C59C-AFCA-46E9-A58A-96AA6AE351F9}" srcOrd="0" destOrd="0" presId="urn:microsoft.com/office/officeart/2005/8/layout/vList2"/>
    <dgm:cxn modelId="{7E45B9E3-0A07-438D-9078-3B483FF61AF1}" srcId="{111DE71C-6E49-44D6-9A5C-C824E7DBCD65}" destId="{50FC7B30-3F7D-40EB-81CC-55D195AD6393}" srcOrd="0" destOrd="0" parTransId="{7CC3A13D-6E95-4927-92B0-F76B5E666203}" sibTransId="{A7C36C85-155B-4793-B31A-8B9CD1EE8FCF}"/>
    <dgm:cxn modelId="{17E5FEE3-EAE2-4007-B7CB-248A4E3A1AFA}" srcId="{A13FF9AB-E870-4076-823B-735BE0B5B16B}" destId="{63E84945-CE86-48C7-9D63-FAC4A38890CB}" srcOrd="2" destOrd="0" parTransId="{78E11D26-A54C-431D-B7E6-7305B5D325D4}" sibTransId="{3BE61C83-43C0-4B5E-AA41-246EE68CB85D}"/>
    <dgm:cxn modelId="{4A4B03F2-EB46-478A-8E46-16CB1BCB32B8}" type="presOf" srcId="{2EAF789F-FA96-4CDD-881B-29705343008E}" destId="{2681C59C-AFCA-46E9-A58A-96AA6AE351F9}" srcOrd="0" destOrd="1" presId="urn:microsoft.com/office/officeart/2005/8/layout/vList2"/>
    <dgm:cxn modelId="{E844CCFE-38CE-4CD0-AC2A-F024B9704DAA}" type="presOf" srcId="{111DE71C-6E49-44D6-9A5C-C824E7DBCD65}" destId="{46B3FBB8-8273-4A16-B4AC-541339BBC3D2}" srcOrd="0" destOrd="0" presId="urn:microsoft.com/office/officeart/2005/8/layout/vList2"/>
    <dgm:cxn modelId="{F9CDF4EA-9D32-4A65-99D8-7265E9C989D8}" type="presParOf" srcId="{0484A2C5-9EB6-4F97-9A14-89470C21CA60}" destId="{39D93EE1-B33A-4D62-8197-1C72F709DBB0}" srcOrd="0" destOrd="0" presId="urn:microsoft.com/office/officeart/2005/8/layout/vList2"/>
    <dgm:cxn modelId="{618164B4-0367-488C-A394-D6A7B9340561}" type="presParOf" srcId="{0484A2C5-9EB6-4F97-9A14-89470C21CA60}" destId="{E791CCB3-AC7A-4C11-9FAE-A13085BE2567}" srcOrd="1" destOrd="0" presId="urn:microsoft.com/office/officeart/2005/8/layout/vList2"/>
    <dgm:cxn modelId="{C63894D0-CB3C-4DA1-916D-736511043AF0}" type="presParOf" srcId="{0484A2C5-9EB6-4F97-9A14-89470C21CA60}" destId="{46B3FBB8-8273-4A16-B4AC-541339BBC3D2}" srcOrd="2" destOrd="0" presId="urn:microsoft.com/office/officeart/2005/8/layout/vList2"/>
    <dgm:cxn modelId="{B759FDAE-F46C-4ACE-9CC2-FD70551D4BA7}" type="presParOf" srcId="{0484A2C5-9EB6-4F97-9A14-89470C21CA60}" destId="{2681C59C-AFCA-46E9-A58A-96AA6AE351F9}" srcOrd="3" destOrd="0" presId="urn:microsoft.com/office/officeart/2005/8/layout/vList2"/>
    <dgm:cxn modelId="{FB9F10E6-5591-4569-8E93-1CE476E0671E}" type="presParOf" srcId="{0484A2C5-9EB6-4F97-9A14-89470C21CA60}" destId="{F60B8168-E54D-4DEB-BD1C-DDE6AD57CDBD}"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50B51AF-49D1-49CA-A7B1-9D7AD1EE57F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CDD0EAA-9885-4B56-B8F8-549751A308F4}">
      <dgm:prSet custT="1"/>
      <dgm:spPr/>
      <dgm:t>
        <a:bodyPr/>
        <a:lstStyle/>
        <a:p>
          <a:r>
            <a:rPr lang="en-CA" sz="2400" dirty="0"/>
            <a:t>Muchas instituciones financieras dependen de Java para ejecutar su backend</a:t>
          </a:r>
          <a:endParaRPr lang="en-US" sz="2400" dirty="0"/>
        </a:p>
      </dgm:t>
    </dgm:pt>
    <dgm:pt modelId="{53772EDB-BA1D-4183-8E17-5DF62D3082EF}" type="parTrans" cxnId="{A06A1C2C-A430-4713-AD60-0810ADCB7DAD}">
      <dgm:prSet/>
      <dgm:spPr/>
      <dgm:t>
        <a:bodyPr/>
        <a:lstStyle/>
        <a:p>
          <a:endParaRPr lang="en-US"/>
        </a:p>
      </dgm:t>
    </dgm:pt>
    <dgm:pt modelId="{8F3B9581-36C0-46B4-9F14-E15FBC434143}" type="sibTrans" cxnId="{A06A1C2C-A430-4713-AD60-0810ADCB7DAD}">
      <dgm:prSet/>
      <dgm:spPr/>
      <dgm:t>
        <a:bodyPr/>
        <a:lstStyle/>
        <a:p>
          <a:endParaRPr lang="en-US"/>
        </a:p>
      </dgm:t>
    </dgm:pt>
    <dgm:pt modelId="{57A41813-1BB5-4A79-854B-95EE579CC694}">
      <dgm:prSet custT="1"/>
      <dgm:spPr/>
      <dgm:t>
        <a:bodyPr/>
        <a:lstStyle/>
        <a:p>
          <a:r>
            <a:rPr lang="en-CA" sz="2400" dirty="0"/>
            <a:t>Twitter, LinkedIn, Amazon, Netflix y otros usan Java</a:t>
          </a:r>
          <a:endParaRPr lang="en-US" sz="2400" dirty="0"/>
        </a:p>
      </dgm:t>
    </dgm:pt>
    <dgm:pt modelId="{9B8797A3-9D5B-4692-8665-854DC800D651}" type="parTrans" cxnId="{8AC8C76D-D426-410E-BAD4-4DAE3CC4D7DB}">
      <dgm:prSet/>
      <dgm:spPr/>
      <dgm:t>
        <a:bodyPr/>
        <a:lstStyle/>
        <a:p>
          <a:endParaRPr lang="en-US"/>
        </a:p>
      </dgm:t>
    </dgm:pt>
    <dgm:pt modelId="{9D027A5E-F85D-435A-9C41-F6309B24C2C8}" type="sibTrans" cxnId="{8AC8C76D-D426-410E-BAD4-4DAE3CC4D7DB}">
      <dgm:prSet/>
      <dgm:spPr/>
      <dgm:t>
        <a:bodyPr/>
        <a:lstStyle/>
        <a:p>
          <a:endParaRPr lang="en-US"/>
        </a:p>
      </dgm:t>
    </dgm:pt>
    <dgm:pt modelId="{3D87BA62-020C-40B6-AEE4-C1A3008C4D23}">
      <dgm:prSet custT="1"/>
      <dgm:spPr/>
      <dgm:t>
        <a:bodyPr/>
        <a:lstStyle/>
        <a:p>
          <a:r>
            <a:rPr lang="en-CA" sz="2400" dirty="0"/>
            <a:t>Sus oportunidades dependen de qué tan bien programe</a:t>
          </a:r>
          <a:endParaRPr lang="en-US" sz="2400" dirty="0"/>
        </a:p>
      </dgm:t>
    </dgm:pt>
    <dgm:pt modelId="{7BBB10B2-202B-493E-8CB3-0CC378940696}" type="parTrans" cxnId="{739EAB52-7630-49DE-9703-33517A5B2798}">
      <dgm:prSet/>
      <dgm:spPr/>
      <dgm:t>
        <a:bodyPr/>
        <a:lstStyle/>
        <a:p>
          <a:endParaRPr lang="en-US"/>
        </a:p>
      </dgm:t>
    </dgm:pt>
    <dgm:pt modelId="{6438A429-7F32-40A8-9839-FF78403464C9}" type="sibTrans" cxnId="{739EAB52-7630-49DE-9703-33517A5B2798}">
      <dgm:prSet/>
      <dgm:spPr/>
      <dgm:t>
        <a:bodyPr/>
        <a:lstStyle/>
        <a:p>
          <a:endParaRPr lang="en-US"/>
        </a:p>
      </dgm:t>
    </dgm:pt>
    <dgm:pt modelId="{3463E0F7-458F-426B-A25F-ED0710DDAB83}">
      <dgm:prSet custT="1"/>
      <dgm:spPr/>
      <dgm:t>
        <a:bodyPr/>
        <a:lstStyle/>
        <a:p>
          <a:r>
            <a:rPr lang="en-CA" sz="2400" dirty="0"/>
            <a:t>El mejor lenguaje para aprender y prepararse para trabajar con cualquier lenguaje durante su carrera.</a:t>
          </a:r>
          <a:endParaRPr lang="en-US" sz="2400" dirty="0"/>
        </a:p>
      </dgm:t>
    </dgm:pt>
    <dgm:pt modelId="{B6F32F9C-E822-4F4B-A755-40201454220C}" type="parTrans" cxnId="{6201A5CA-3CF4-454E-BDA5-6E7A175DB2EE}">
      <dgm:prSet/>
      <dgm:spPr/>
      <dgm:t>
        <a:bodyPr/>
        <a:lstStyle/>
        <a:p>
          <a:endParaRPr lang="en-US"/>
        </a:p>
      </dgm:t>
    </dgm:pt>
    <dgm:pt modelId="{6BFBCDA5-E8A5-4486-894E-2BCFEC83D6A1}" type="sibTrans" cxnId="{6201A5CA-3CF4-454E-BDA5-6E7A175DB2EE}">
      <dgm:prSet/>
      <dgm:spPr/>
      <dgm:t>
        <a:bodyPr/>
        <a:lstStyle/>
        <a:p>
          <a:endParaRPr lang="en-US"/>
        </a:p>
      </dgm:t>
    </dgm:pt>
    <dgm:pt modelId="{63CEABA3-D74A-4854-99EC-E62FAFE88ADF}">
      <dgm:prSet custT="1"/>
      <dgm:spPr/>
      <dgm:t>
        <a:bodyPr/>
        <a:lstStyle/>
        <a:p>
          <a:r>
            <a:rPr lang="en-CA" sz="2400" dirty="0"/>
            <a:t>El mejor lenguaje para darles a los estudiantes una comprensión clara de lo que significa programar.</a:t>
          </a:r>
          <a:endParaRPr lang="en-US" sz="2400" dirty="0"/>
        </a:p>
      </dgm:t>
    </dgm:pt>
    <dgm:pt modelId="{AC52266E-7F6D-4C7C-AC9B-18B144F45202}" type="parTrans" cxnId="{AA327277-4D04-489C-AE3E-2514BB16CA6B}">
      <dgm:prSet/>
      <dgm:spPr/>
      <dgm:t>
        <a:bodyPr/>
        <a:lstStyle/>
        <a:p>
          <a:endParaRPr lang="en-US"/>
        </a:p>
      </dgm:t>
    </dgm:pt>
    <dgm:pt modelId="{778A584D-22D6-4E21-B30C-D165A0621CA0}" type="sibTrans" cxnId="{AA327277-4D04-489C-AE3E-2514BB16CA6B}">
      <dgm:prSet/>
      <dgm:spPr/>
      <dgm:t>
        <a:bodyPr/>
        <a:lstStyle/>
        <a:p>
          <a:endParaRPr lang="en-US"/>
        </a:p>
      </dgm:t>
    </dgm:pt>
    <dgm:pt modelId="{DED99785-61B3-4767-8B7F-B89C5FEAC982}" type="pres">
      <dgm:prSet presAssocID="{350B51AF-49D1-49CA-A7B1-9D7AD1EE57F1}" presName="root" presStyleCnt="0">
        <dgm:presLayoutVars>
          <dgm:dir/>
          <dgm:resizeHandles val="exact"/>
        </dgm:presLayoutVars>
      </dgm:prSet>
      <dgm:spPr/>
    </dgm:pt>
    <dgm:pt modelId="{6F671C86-9E2A-4E67-92CE-8DC0E26E56D1}" type="pres">
      <dgm:prSet presAssocID="{9CDD0EAA-9885-4B56-B8F8-549751A308F4}" presName="compNode" presStyleCnt="0"/>
      <dgm:spPr/>
    </dgm:pt>
    <dgm:pt modelId="{5475BE4E-C09C-4DE8-80F3-6D83264158D1}" type="pres">
      <dgm:prSet presAssocID="{9CDD0EAA-9885-4B56-B8F8-549751A308F4}" presName="bgRect" presStyleLbl="bgShp" presStyleIdx="0" presStyleCnt="5"/>
      <dgm:spPr/>
    </dgm:pt>
    <dgm:pt modelId="{496EEFB8-666E-433A-B2B0-E9F2FD532B1A}" type="pres">
      <dgm:prSet presAssocID="{9CDD0EAA-9885-4B56-B8F8-549751A308F4}"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nk"/>
        </a:ext>
      </dgm:extLst>
    </dgm:pt>
    <dgm:pt modelId="{C7AD5A3A-A9D2-40EB-A123-78FAAF137A59}" type="pres">
      <dgm:prSet presAssocID="{9CDD0EAA-9885-4B56-B8F8-549751A308F4}" presName="spaceRect" presStyleCnt="0"/>
      <dgm:spPr/>
    </dgm:pt>
    <dgm:pt modelId="{69FB090B-9DF5-4709-BFCE-7674395FAC0A}" type="pres">
      <dgm:prSet presAssocID="{9CDD0EAA-9885-4B56-B8F8-549751A308F4}" presName="parTx" presStyleLbl="revTx" presStyleIdx="0" presStyleCnt="5">
        <dgm:presLayoutVars>
          <dgm:chMax val="0"/>
          <dgm:chPref val="0"/>
        </dgm:presLayoutVars>
      </dgm:prSet>
      <dgm:spPr/>
    </dgm:pt>
    <dgm:pt modelId="{7BD67BFD-029B-4DB7-A765-BCC63EABA32A}" type="pres">
      <dgm:prSet presAssocID="{8F3B9581-36C0-46B4-9F14-E15FBC434143}" presName="sibTrans" presStyleCnt="0"/>
      <dgm:spPr/>
    </dgm:pt>
    <dgm:pt modelId="{1AE5C4C3-C3B3-4AFB-840C-C766DE33448C}" type="pres">
      <dgm:prSet presAssocID="{57A41813-1BB5-4A79-854B-95EE579CC694}" presName="compNode" presStyleCnt="0"/>
      <dgm:spPr/>
    </dgm:pt>
    <dgm:pt modelId="{4B0F2DE8-1E66-4522-9AC1-6525221E0CE5}" type="pres">
      <dgm:prSet presAssocID="{57A41813-1BB5-4A79-854B-95EE579CC694}" presName="bgRect" presStyleLbl="bgShp" presStyleIdx="1" presStyleCnt="5"/>
      <dgm:spPr/>
    </dgm:pt>
    <dgm:pt modelId="{D5076888-0AD7-4ECD-9992-9792AB50FDC7}" type="pres">
      <dgm:prSet presAssocID="{57A41813-1BB5-4A79-854B-95EE579CC694}"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nternet"/>
        </a:ext>
      </dgm:extLst>
    </dgm:pt>
    <dgm:pt modelId="{B0663348-720F-4B41-BE26-4C0B06B54F1C}" type="pres">
      <dgm:prSet presAssocID="{57A41813-1BB5-4A79-854B-95EE579CC694}" presName="spaceRect" presStyleCnt="0"/>
      <dgm:spPr/>
    </dgm:pt>
    <dgm:pt modelId="{A0D83735-B946-4AFD-AA03-F0A32706C02B}" type="pres">
      <dgm:prSet presAssocID="{57A41813-1BB5-4A79-854B-95EE579CC694}" presName="parTx" presStyleLbl="revTx" presStyleIdx="1" presStyleCnt="5">
        <dgm:presLayoutVars>
          <dgm:chMax val="0"/>
          <dgm:chPref val="0"/>
        </dgm:presLayoutVars>
      </dgm:prSet>
      <dgm:spPr/>
    </dgm:pt>
    <dgm:pt modelId="{B0E4C569-6A6F-4869-94C9-7868F35B1A71}" type="pres">
      <dgm:prSet presAssocID="{9D027A5E-F85D-435A-9C41-F6309B24C2C8}" presName="sibTrans" presStyleCnt="0"/>
      <dgm:spPr/>
    </dgm:pt>
    <dgm:pt modelId="{407D2A99-7038-4ACE-8F8B-B9B2785DF0FF}" type="pres">
      <dgm:prSet presAssocID="{3D87BA62-020C-40B6-AEE4-C1A3008C4D23}" presName="compNode" presStyleCnt="0"/>
      <dgm:spPr/>
    </dgm:pt>
    <dgm:pt modelId="{9D58C1F0-6488-486F-A26A-BF9C285AA347}" type="pres">
      <dgm:prSet presAssocID="{3D87BA62-020C-40B6-AEE4-C1A3008C4D23}" presName="bgRect" presStyleLbl="bgShp" presStyleIdx="2" presStyleCnt="5"/>
      <dgm:spPr/>
    </dgm:pt>
    <dgm:pt modelId="{C4D83E87-D1F2-4F1B-8749-3FE60F8FBD30}" type="pres">
      <dgm:prSet presAssocID="{3D87BA62-020C-40B6-AEE4-C1A3008C4D23}"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miling Face with No Fill"/>
        </a:ext>
      </dgm:extLst>
    </dgm:pt>
    <dgm:pt modelId="{E1A68846-65E6-4234-B2C6-BE93D007C09C}" type="pres">
      <dgm:prSet presAssocID="{3D87BA62-020C-40B6-AEE4-C1A3008C4D23}" presName="spaceRect" presStyleCnt="0"/>
      <dgm:spPr/>
    </dgm:pt>
    <dgm:pt modelId="{13CF4646-65CD-47AC-8AD9-752D2E8CFC99}" type="pres">
      <dgm:prSet presAssocID="{3D87BA62-020C-40B6-AEE4-C1A3008C4D23}" presName="parTx" presStyleLbl="revTx" presStyleIdx="2" presStyleCnt="5">
        <dgm:presLayoutVars>
          <dgm:chMax val="0"/>
          <dgm:chPref val="0"/>
        </dgm:presLayoutVars>
      </dgm:prSet>
      <dgm:spPr/>
    </dgm:pt>
    <dgm:pt modelId="{2C402CF3-FDEC-4C40-B66D-52E86C025DEE}" type="pres">
      <dgm:prSet presAssocID="{6438A429-7F32-40A8-9839-FF78403464C9}" presName="sibTrans" presStyleCnt="0"/>
      <dgm:spPr/>
    </dgm:pt>
    <dgm:pt modelId="{50EE6444-AE6D-4D48-BCDD-6FB6B9E941C6}" type="pres">
      <dgm:prSet presAssocID="{3463E0F7-458F-426B-A25F-ED0710DDAB83}" presName="compNode" presStyleCnt="0"/>
      <dgm:spPr/>
    </dgm:pt>
    <dgm:pt modelId="{AB84FC65-A3E1-4B6F-85F2-B8DF49EEDF05}" type="pres">
      <dgm:prSet presAssocID="{3463E0F7-458F-426B-A25F-ED0710DDAB83}" presName="bgRect" presStyleLbl="bgShp" presStyleIdx="3" presStyleCnt="5"/>
      <dgm:spPr/>
    </dgm:pt>
    <dgm:pt modelId="{2E842EC2-7635-4CF4-8B03-0B85188A5A9E}" type="pres">
      <dgm:prSet presAssocID="{3463E0F7-458F-426B-A25F-ED0710DDAB83}"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48A1FBC7-4E6A-457F-A231-53815DE47C9F}" type="pres">
      <dgm:prSet presAssocID="{3463E0F7-458F-426B-A25F-ED0710DDAB83}" presName="spaceRect" presStyleCnt="0"/>
      <dgm:spPr/>
    </dgm:pt>
    <dgm:pt modelId="{D92B821E-17F5-46FF-9974-1E80905DA11C}" type="pres">
      <dgm:prSet presAssocID="{3463E0F7-458F-426B-A25F-ED0710DDAB83}" presName="parTx" presStyleLbl="revTx" presStyleIdx="3" presStyleCnt="5">
        <dgm:presLayoutVars>
          <dgm:chMax val="0"/>
          <dgm:chPref val="0"/>
        </dgm:presLayoutVars>
      </dgm:prSet>
      <dgm:spPr/>
    </dgm:pt>
    <dgm:pt modelId="{2003153A-DCAF-410E-8FFB-A32661318875}" type="pres">
      <dgm:prSet presAssocID="{6BFBCDA5-E8A5-4486-894E-2BCFEC83D6A1}" presName="sibTrans" presStyleCnt="0"/>
      <dgm:spPr/>
    </dgm:pt>
    <dgm:pt modelId="{1FFC427B-9980-4E74-8058-803390D14515}" type="pres">
      <dgm:prSet presAssocID="{63CEABA3-D74A-4854-99EC-E62FAFE88ADF}" presName="compNode" presStyleCnt="0"/>
      <dgm:spPr/>
    </dgm:pt>
    <dgm:pt modelId="{E9DD7ED8-7E7E-4717-95C6-C3AB043C86F5}" type="pres">
      <dgm:prSet presAssocID="{63CEABA3-D74A-4854-99EC-E62FAFE88ADF}" presName="bgRect" presStyleLbl="bgShp" presStyleIdx="4" presStyleCnt="5"/>
      <dgm:spPr/>
    </dgm:pt>
    <dgm:pt modelId="{4ED924FA-7BC2-4D62-AA07-8769FE339509}" type="pres">
      <dgm:prSet presAssocID="{63CEABA3-D74A-4854-99EC-E62FAFE88ADF}"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lassroom"/>
        </a:ext>
      </dgm:extLst>
    </dgm:pt>
    <dgm:pt modelId="{8C3FEE1F-E87D-4FC1-8902-EC1DD473C143}" type="pres">
      <dgm:prSet presAssocID="{63CEABA3-D74A-4854-99EC-E62FAFE88ADF}" presName="spaceRect" presStyleCnt="0"/>
      <dgm:spPr/>
    </dgm:pt>
    <dgm:pt modelId="{AED68DCF-EEDD-41CC-BCF9-B2BAD7C0EB67}" type="pres">
      <dgm:prSet presAssocID="{63CEABA3-D74A-4854-99EC-E62FAFE88ADF}" presName="parTx" presStyleLbl="revTx" presStyleIdx="4" presStyleCnt="5">
        <dgm:presLayoutVars>
          <dgm:chMax val="0"/>
          <dgm:chPref val="0"/>
        </dgm:presLayoutVars>
      </dgm:prSet>
      <dgm:spPr/>
    </dgm:pt>
  </dgm:ptLst>
  <dgm:cxnLst>
    <dgm:cxn modelId="{A06A1C2C-A430-4713-AD60-0810ADCB7DAD}" srcId="{350B51AF-49D1-49CA-A7B1-9D7AD1EE57F1}" destId="{9CDD0EAA-9885-4B56-B8F8-549751A308F4}" srcOrd="0" destOrd="0" parTransId="{53772EDB-BA1D-4183-8E17-5DF62D3082EF}" sibTransId="{8F3B9581-36C0-46B4-9F14-E15FBC434143}"/>
    <dgm:cxn modelId="{739EAB52-7630-49DE-9703-33517A5B2798}" srcId="{350B51AF-49D1-49CA-A7B1-9D7AD1EE57F1}" destId="{3D87BA62-020C-40B6-AEE4-C1A3008C4D23}" srcOrd="2" destOrd="0" parTransId="{7BBB10B2-202B-493E-8CB3-0CC378940696}" sibTransId="{6438A429-7F32-40A8-9839-FF78403464C9}"/>
    <dgm:cxn modelId="{039D6357-2797-4647-AD71-2C6FD93C7E2E}" type="presOf" srcId="{57A41813-1BB5-4A79-854B-95EE579CC694}" destId="{A0D83735-B946-4AFD-AA03-F0A32706C02B}" srcOrd="0" destOrd="0" presId="urn:microsoft.com/office/officeart/2018/2/layout/IconVerticalSolidList"/>
    <dgm:cxn modelId="{47036C6B-6436-42FA-ABC7-ED070C395363}" type="presOf" srcId="{9CDD0EAA-9885-4B56-B8F8-549751A308F4}" destId="{69FB090B-9DF5-4709-BFCE-7674395FAC0A}" srcOrd="0" destOrd="0" presId="urn:microsoft.com/office/officeart/2018/2/layout/IconVerticalSolidList"/>
    <dgm:cxn modelId="{8AC8C76D-D426-410E-BAD4-4DAE3CC4D7DB}" srcId="{350B51AF-49D1-49CA-A7B1-9D7AD1EE57F1}" destId="{57A41813-1BB5-4A79-854B-95EE579CC694}" srcOrd="1" destOrd="0" parTransId="{9B8797A3-9D5B-4692-8665-854DC800D651}" sibTransId="{9D027A5E-F85D-435A-9C41-F6309B24C2C8}"/>
    <dgm:cxn modelId="{AA327277-4D04-489C-AE3E-2514BB16CA6B}" srcId="{350B51AF-49D1-49CA-A7B1-9D7AD1EE57F1}" destId="{63CEABA3-D74A-4854-99EC-E62FAFE88ADF}" srcOrd="4" destOrd="0" parTransId="{AC52266E-7F6D-4C7C-AC9B-18B144F45202}" sibTransId="{778A584D-22D6-4E21-B30C-D165A0621CA0}"/>
    <dgm:cxn modelId="{632F8297-C2D8-4F33-9B3C-ADD7C33CC5F7}" type="presOf" srcId="{350B51AF-49D1-49CA-A7B1-9D7AD1EE57F1}" destId="{DED99785-61B3-4767-8B7F-B89C5FEAC982}" srcOrd="0" destOrd="0" presId="urn:microsoft.com/office/officeart/2018/2/layout/IconVerticalSolidList"/>
    <dgm:cxn modelId="{D7AC5C99-0073-40C0-B19A-5988C2900338}" type="presOf" srcId="{63CEABA3-D74A-4854-99EC-E62FAFE88ADF}" destId="{AED68DCF-EEDD-41CC-BCF9-B2BAD7C0EB67}" srcOrd="0" destOrd="0" presId="urn:microsoft.com/office/officeart/2018/2/layout/IconVerticalSolidList"/>
    <dgm:cxn modelId="{E14460B0-C243-4643-87FB-8BF47B9890A9}" type="presOf" srcId="{3463E0F7-458F-426B-A25F-ED0710DDAB83}" destId="{D92B821E-17F5-46FF-9974-1E80905DA11C}" srcOrd="0" destOrd="0" presId="urn:microsoft.com/office/officeart/2018/2/layout/IconVerticalSolidList"/>
    <dgm:cxn modelId="{6201A5CA-3CF4-454E-BDA5-6E7A175DB2EE}" srcId="{350B51AF-49D1-49CA-A7B1-9D7AD1EE57F1}" destId="{3463E0F7-458F-426B-A25F-ED0710DDAB83}" srcOrd="3" destOrd="0" parTransId="{B6F32F9C-E822-4F4B-A755-40201454220C}" sibTransId="{6BFBCDA5-E8A5-4486-894E-2BCFEC83D6A1}"/>
    <dgm:cxn modelId="{0CCB39CF-61C8-4DA5-A66B-8245E471D2C3}" type="presOf" srcId="{3D87BA62-020C-40B6-AEE4-C1A3008C4D23}" destId="{13CF4646-65CD-47AC-8AD9-752D2E8CFC99}" srcOrd="0" destOrd="0" presId="urn:microsoft.com/office/officeart/2018/2/layout/IconVerticalSolidList"/>
    <dgm:cxn modelId="{6722EA9A-1452-47ED-96CF-13C30348648B}" type="presParOf" srcId="{DED99785-61B3-4767-8B7F-B89C5FEAC982}" destId="{6F671C86-9E2A-4E67-92CE-8DC0E26E56D1}" srcOrd="0" destOrd="0" presId="urn:microsoft.com/office/officeart/2018/2/layout/IconVerticalSolidList"/>
    <dgm:cxn modelId="{FE538986-F1E7-4EB4-A31A-55F19B226A09}" type="presParOf" srcId="{6F671C86-9E2A-4E67-92CE-8DC0E26E56D1}" destId="{5475BE4E-C09C-4DE8-80F3-6D83264158D1}" srcOrd="0" destOrd="0" presId="urn:microsoft.com/office/officeart/2018/2/layout/IconVerticalSolidList"/>
    <dgm:cxn modelId="{DC101AEE-C139-472E-9B37-6C33E5281B63}" type="presParOf" srcId="{6F671C86-9E2A-4E67-92CE-8DC0E26E56D1}" destId="{496EEFB8-666E-433A-B2B0-E9F2FD532B1A}" srcOrd="1" destOrd="0" presId="urn:microsoft.com/office/officeart/2018/2/layout/IconVerticalSolidList"/>
    <dgm:cxn modelId="{6E2AFFF3-8B8C-4DC3-BF0A-95F61B99402E}" type="presParOf" srcId="{6F671C86-9E2A-4E67-92CE-8DC0E26E56D1}" destId="{C7AD5A3A-A9D2-40EB-A123-78FAAF137A59}" srcOrd="2" destOrd="0" presId="urn:microsoft.com/office/officeart/2018/2/layout/IconVerticalSolidList"/>
    <dgm:cxn modelId="{3ACAD6D1-AE0D-46E2-9578-52AC2F2785FF}" type="presParOf" srcId="{6F671C86-9E2A-4E67-92CE-8DC0E26E56D1}" destId="{69FB090B-9DF5-4709-BFCE-7674395FAC0A}" srcOrd="3" destOrd="0" presId="urn:microsoft.com/office/officeart/2018/2/layout/IconVerticalSolidList"/>
    <dgm:cxn modelId="{59D3C949-B61A-4B8F-8A86-5926E04D786B}" type="presParOf" srcId="{DED99785-61B3-4767-8B7F-B89C5FEAC982}" destId="{7BD67BFD-029B-4DB7-A765-BCC63EABA32A}" srcOrd="1" destOrd="0" presId="urn:microsoft.com/office/officeart/2018/2/layout/IconVerticalSolidList"/>
    <dgm:cxn modelId="{E2A89D38-DF3E-4B38-B567-F49DB6EF8151}" type="presParOf" srcId="{DED99785-61B3-4767-8B7F-B89C5FEAC982}" destId="{1AE5C4C3-C3B3-4AFB-840C-C766DE33448C}" srcOrd="2" destOrd="0" presId="urn:microsoft.com/office/officeart/2018/2/layout/IconVerticalSolidList"/>
    <dgm:cxn modelId="{38D0795F-BFE6-49B3-AAF2-3E2479CE3659}" type="presParOf" srcId="{1AE5C4C3-C3B3-4AFB-840C-C766DE33448C}" destId="{4B0F2DE8-1E66-4522-9AC1-6525221E0CE5}" srcOrd="0" destOrd="0" presId="urn:microsoft.com/office/officeart/2018/2/layout/IconVerticalSolidList"/>
    <dgm:cxn modelId="{8581995D-E7F5-47B4-B267-7BFB0FB94765}" type="presParOf" srcId="{1AE5C4C3-C3B3-4AFB-840C-C766DE33448C}" destId="{D5076888-0AD7-4ECD-9992-9792AB50FDC7}" srcOrd="1" destOrd="0" presId="urn:microsoft.com/office/officeart/2018/2/layout/IconVerticalSolidList"/>
    <dgm:cxn modelId="{637CD296-F080-42C5-BB68-A55B1E0F53B4}" type="presParOf" srcId="{1AE5C4C3-C3B3-4AFB-840C-C766DE33448C}" destId="{B0663348-720F-4B41-BE26-4C0B06B54F1C}" srcOrd="2" destOrd="0" presId="urn:microsoft.com/office/officeart/2018/2/layout/IconVerticalSolidList"/>
    <dgm:cxn modelId="{6A40F8C8-C484-4164-9ED0-8557D08EF4A9}" type="presParOf" srcId="{1AE5C4C3-C3B3-4AFB-840C-C766DE33448C}" destId="{A0D83735-B946-4AFD-AA03-F0A32706C02B}" srcOrd="3" destOrd="0" presId="urn:microsoft.com/office/officeart/2018/2/layout/IconVerticalSolidList"/>
    <dgm:cxn modelId="{39DBA47A-4835-4128-A3AA-DAEA76F726B5}" type="presParOf" srcId="{DED99785-61B3-4767-8B7F-B89C5FEAC982}" destId="{B0E4C569-6A6F-4869-94C9-7868F35B1A71}" srcOrd="3" destOrd="0" presId="urn:microsoft.com/office/officeart/2018/2/layout/IconVerticalSolidList"/>
    <dgm:cxn modelId="{3FA6AA1B-1FB0-40BF-8D34-8E80262A2872}" type="presParOf" srcId="{DED99785-61B3-4767-8B7F-B89C5FEAC982}" destId="{407D2A99-7038-4ACE-8F8B-B9B2785DF0FF}" srcOrd="4" destOrd="0" presId="urn:microsoft.com/office/officeart/2018/2/layout/IconVerticalSolidList"/>
    <dgm:cxn modelId="{B4DCF6F4-059C-4E51-8D57-934C041E637E}" type="presParOf" srcId="{407D2A99-7038-4ACE-8F8B-B9B2785DF0FF}" destId="{9D58C1F0-6488-486F-A26A-BF9C285AA347}" srcOrd="0" destOrd="0" presId="urn:microsoft.com/office/officeart/2018/2/layout/IconVerticalSolidList"/>
    <dgm:cxn modelId="{2B04446C-45ED-4EEF-9707-85E708AC5CE9}" type="presParOf" srcId="{407D2A99-7038-4ACE-8F8B-B9B2785DF0FF}" destId="{C4D83E87-D1F2-4F1B-8749-3FE60F8FBD30}" srcOrd="1" destOrd="0" presId="urn:microsoft.com/office/officeart/2018/2/layout/IconVerticalSolidList"/>
    <dgm:cxn modelId="{B5FC7EBA-C5D9-4930-8CC6-3EAF5A9DC86E}" type="presParOf" srcId="{407D2A99-7038-4ACE-8F8B-B9B2785DF0FF}" destId="{E1A68846-65E6-4234-B2C6-BE93D007C09C}" srcOrd="2" destOrd="0" presId="urn:microsoft.com/office/officeart/2018/2/layout/IconVerticalSolidList"/>
    <dgm:cxn modelId="{5CCE5644-3E0B-4DCE-8EA7-7F9FF3F1C2C9}" type="presParOf" srcId="{407D2A99-7038-4ACE-8F8B-B9B2785DF0FF}" destId="{13CF4646-65CD-47AC-8AD9-752D2E8CFC99}" srcOrd="3" destOrd="0" presId="urn:microsoft.com/office/officeart/2018/2/layout/IconVerticalSolidList"/>
    <dgm:cxn modelId="{BF9E1315-F00D-4687-835B-8E8CE6E47370}" type="presParOf" srcId="{DED99785-61B3-4767-8B7F-B89C5FEAC982}" destId="{2C402CF3-FDEC-4C40-B66D-52E86C025DEE}" srcOrd="5" destOrd="0" presId="urn:microsoft.com/office/officeart/2018/2/layout/IconVerticalSolidList"/>
    <dgm:cxn modelId="{11103E7C-9B18-40C1-BB19-A27F398FBFC5}" type="presParOf" srcId="{DED99785-61B3-4767-8B7F-B89C5FEAC982}" destId="{50EE6444-AE6D-4D48-BCDD-6FB6B9E941C6}" srcOrd="6" destOrd="0" presId="urn:microsoft.com/office/officeart/2018/2/layout/IconVerticalSolidList"/>
    <dgm:cxn modelId="{49008204-E5B7-49F2-A2AA-AF2AA9FAD955}" type="presParOf" srcId="{50EE6444-AE6D-4D48-BCDD-6FB6B9E941C6}" destId="{AB84FC65-A3E1-4B6F-85F2-B8DF49EEDF05}" srcOrd="0" destOrd="0" presId="urn:microsoft.com/office/officeart/2018/2/layout/IconVerticalSolidList"/>
    <dgm:cxn modelId="{6809E48C-1650-48E3-9065-A08992D1569B}" type="presParOf" srcId="{50EE6444-AE6D-4D48-BCDD-6FB6B9E941C6}" destId="{2E842EC2-7635-4CF4-8B03-0B85188A5A9E}" srcOrd="1" destOrd="0" presId="urn:microsoft.com/office/officeart/2018/2/layout/IconVerticalSolidList"/>
    <dgm:cxn modelId="{BC9F1B7E-5EFC-47D8-BA9D-3F3457F827DC}" type="presParOf" srcId="{50EE6444-AE6D-4D48-BCDD-6FB6B9E941C6}" destId="{48A1FBC7-4E6A-457F-A231-53815DE47C9F}" srcOrd="2" destOrd="0" presId="urn:microsoft.com/office/officeart/2018/2/layout/IconVerticalSolidList"/>
    <dgm:cxn modelId="{05B0DA13-ABEF-4FBA-966A-9B64E0AF7810}" type="presParOf" srcId="{50EE6444-AE6D-4D48-BCDD-6FB6B9E941C6}" destId="{D92B821E-17F5-46FF-9974-1E80905DA11C}" srcOrd="3" destOrd="0" presId="urn:microsoft.com/office/officeart/2018/2/layout/IconVerticalSolidList"/>
    <dgm:cxn modelId="{E8467425-D274-4AE8-82A0-B9B25E9C1CFB}" type="presParOf" srcId="{DED99785-61B3-4767-8B7F-B89C5FEAC982}" destId="{2003153A-DCAF-410E-8FFB-A32661318875}" srcOrd="7" destOrd="0" presId="urn:microsoft.com/office/officeart/2018/2/layout/IconVerticalSolidList"/>
    <dgm:cxn modelId="{AD4830F0-7F84-4955-BD64-33BFC4F803A4}" type="presParOf" srcId="{DED99785-61B3-4767-8B7F-B89C5FEAC982}" destId="{1FFC427B-9980-4E74-8058-803390D14515}" srcOrd="8" destOrd="0" presId="urn:microsoft.com/office/officeart/2018/2/layout/IconVerticalSolidList"/>
    <dgm:cxn modelId="{72D5CD5A-78EC-4876-98BC-72305174BC6A}" type="presParOf" srcId="{1FFC427B-9980-4E74-8058-803390D14515}" destId="{E9DD7ED8-7E7E-4717-95C6-C3AB043C86F5}" srcOrd="0" destOrd="0" presId="urn:microsoft.com/office/officeart/2018/2/layout/IconVerticalSolidList"/>
    <dgm:cxn modelId="{591CFBF1-EA65-4F0C-9B74-422DC06C1E6D}" type="presParOf" srcId="{1FFC427B-9980-4E74-8058-803390D14515}" destId="{4ED924FA-7BC2-4D62-AA07-8769FE339509}" srcOrd="1" destOrd="0" presId="urn:microsoft.com/office/officeart/2018/2/layout/IconVerticalSolidList"/>
    <dgm:cxn modelId="{7663DBE7-8D4F-48A5-81CE-B0BF51845BCC}" type="presParOf" srcId="{1FFC427B-9980-4E74-8058-803390D14515}" destId="{8C3FEE1F-E87D-4FC1-8902-EC1DD473C143}" srcOrd="2" destOrd="0" presId="urn:microsoft.com/office/officeart/2018/2/layout/IconVerticalSolidList"/>
    <dgm:cxn modelId="{2066CE21-0087-40F2-A3EA-A8BBDB3C2292}" type="presParOf" srcId="{1FFC427B-9980-4E74-8058-803390D14515}" destId="{AED68DCF-EEDD-41CC-BCF9-B2BAD7C0EB6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C51B2E-D067-4C99-8DF8-50BBC8EDAEFE}" type="doc">
      <dgm:prSet loTypeId="urn:microsoft.com/office/officeart/2016/7/layout/RepeatingBendingProcessNew" loCatId="process" qsTypeId="urn:microsoft.com/office/officeart/2005/8/quickstyle/simple1" qsCatId="simple" csTypeId="urn:microsoft.com/office/officeart/2005/8/colors/colorful2" csCatId="colorful"/>
      <dgm:spPr/>
      <dgm:t>
        <a:bodyPr/>
        <a:lstStyle/>
        <a:p>
          <a:endParaRPr lang="en-US"/>
        </a:p>
      </dgm:t>
    </dgm:pt>
    <dgm:pt modelId="{6414942B-06CC-41E9-8993-9900D138A1E9}">
      <dgm:prSet/>
      <dgm:spPr/>
      <dgm:t>
        <a:bodyPr/>
        <a:lstStyle/>
        <a:p>
          <a:r>
            <a:rPr lang="en-CA" dirty="0"/>
            <a:t>Anime a los estudiantes a unirse a su JUG</a:t>
          </a:r>
          <a:endParaRPr lang="en-US" dirty="0"/>
        </a:p>
      </dgm:t>
    </dgm:pt>
    <dgm:pt modelId="{A0A60563-B3F1-4AEE-BC5E-A6332503D1D6}" type="parTrans" cxnId="{03C4E4B9-5FCA-42B2-9145-DDB5B0E3CC19}">
      <dgm:prSet/>
      <dgm:spPr/>
      <dgm:t>
        <a:bodyPr/>
        <a:lstStyle/>
        <a:p>
          <a:endParaRPr lang="en-US"/>
        </a:p>
      </dgm:t>
    </dgm:pt>
    <dgm:pt modelId="{B4F8D86D-2517-449A-A811-D81CD3804791}" type="sibTrans" cxnId="{03C4E4B9-5FCA-42B2-9145-DDB5B0E3CC19}">
      <dgm:prSet/>
      <dgm:spPr/>
      <dgm:t>
        <a:bodyPr/>
        <a:lstStyle/>
        <a:p>
          <a:endParaRPr lang="en-US"/>
        </a:p>
      </dgm:t>
    </dgm:pt>
    <dgm:pt modelId="{AC0F00D0-F97A-4ADE-B7CD-CCC26CE1A34D}">
      <dgm:prSet/>
      <dgm:spPr/>
      <dgm:t>
        <a:bodyPr/>
        <a:lstStyle/>
        <a:p>
          <a:r>
            <a:rPr lang="en-CA"/>
            <a:t>Anime al profesorado de los programas de ciencias de la computación a unirse a su JUG.</a:t>
          </a:r>
          <a:endParaRPr lang="en-US"/>
        </a:p>
      </dgm:t>
    </dgm:pt>
    <dgm:pt modelId="{4BA2D619-8716-4BFF-B1EE-C5A92D4A47FE}" type="parTrans" cxnId="{F38B8420-32BD-48EC-AF29-BABDA56AA900}">
      <dgm:prSet/>
      <dgm:spPr/>
      <dgm:t>
        <a:bodyPr/>
        <a:lstStyle/>
        <a:p>
          <a:endParaRPr lang="en-US"/>
        </a:p>
      </dgm:t>
    </dgm:pt>
    <dgm:pt modelId="{080E3C20-9DCE-41AB-92B9-D60AA0A4C6F9}" type="sibTrans" cxnId="{F38B8420-32BD-48EC-AF29-BABDA56AA900}">
      <dgm:prSet/>
      <dgm:spPr/>
      <dgm:t>
        <a:bodyPr/>
        <a:lstStyle/>
        <a:p>
          <a:endParaRPr lang="en-US"/>
        </a:p>
      </dgm:t>
    </dgm:pt>
    <dgm:pt modelId="{CD90E8ED-700D-454A-A332-D9EB7351803D}">
      <dgm:prSet/>
      <dgm:spPr/>
      <dgm:t>
        <a:bodyPr/>
        <a:lstStyle/>
        <a:p>
          <a:r>
            <a:rPr lang="en-CA"/>
            <a:t>Contacte a las asociaciones estudiantiles de ciencias de la computación</a:t>
          </a:r>
          <a:endParaRPr lang="en-US"/>
        </a:p>
      </dgm:t>
    </dgm:pt>
    <dgm:pt modelId="{B71DB283-F9D1-42E8-ACE8-83449FFA9F82}" type="parTrans" cxnId="{A4DFE81D-F15E-417F-8851-765A8278960D}">
      <dgm:prSet/>
      <dgm:spPr/>
      <dgm:t>
        <a:bodyPr/>
        <a:lstStyle/>
        <a:p>
          <a:endParaRPr lang="en-US"/>
        </a:p>
      </dgm:t>
    </dgm:pt>
    <dgm:pt modelId="{9D3B60AE-1475-4F95-B89E-CE61A32CE391}" type="sibTrans" cxnId="{A4DFE81D-F15E-417F-8851-765A8278960D}">
      <dgm:prSet/>
      <dgm:spPr/>
      <dgm:t>
        <a:bodyPr/>
        <a:lstStyle/>
        <a:p>
          <a:endParaRPr lang="en-US"/>
        </a:p>
      </dgm:t>
    </dgm:pt>
    <dgm:pt modelId="{F02A5E01-8DC0-42CC-AE66-8AAEE52F5CA6}">
      <dgm:prSet/>
      <dgm:spPr/>
      <dgm:t>
        <a:bodyPr/>
        <a:lstStyle/>
        <a:p>
          <a:r>
            <a:rPr lang="en-CA" dirty="0"/>
            <a:t>Organice una reunión en un campus.</a:t>
          </a:r>
          <a:endParaRPr lang="en-US" dirty="0"/>
        </a:p>
      </dgm:t>
    </dgm:pt>
    <dgm:pt modelId="{8D82C406-BDA0-46B0-B896-6557EB8A6199}" type="parTrans" cxnId="{C8CE0A08-FDA4-4F0C-830C-626D7CA64294}">
      <dgm:prSet/>
      <dgm:spPr/>
      <dgm:t>
        <a:bodyPr/>
        <a:lstStyle/>
        <a:p>
          <a:endParaRPr lang="en-US"/>
        </a:p>
      </dgm:t>
    </dgm:pt>
    <dgm:pt modelId="{F272958F-8863-4A05-B921-BB9BE2DFD92A}" type="sibTrans" cxnId="{C8CE0A08-FDA4-4F0C-830C-626D7CA64294}">
      <dgm:prSet/>
      <dgm:spPr/>
      <dgm:t>
        <a:bodyPr/>
        <a:lstStyle/>
        <a:p>
          <a:endParaRPr lang="en-US"/>
        </a:p>
      </dgm:t>
    </dgm:pt>
    <dgm:pt modelId="{00D0A81C-11F5-4D1E-8224-DABF4CCB53DD}">
      <dgm:prSet/>
      <dgm:spPr/>
      <dgm:t>
        <a:bodyPr/>
        <a:lstStyle/>
        <a:p>
          <a:r>
            <a:rPr lang="en-CA"/>
            <a:t>Promueva recursos para docentes.</a:t>
          </a:r>
          <a:endParaRPr lang="en-US"/>
        </a:p>
      </dgm:t>
    </dgm:pt>
    <dgm:pt modelId="{AD8D79C0-D6BE-42D0-B95B-28E6ADA5C4F4}" type="parTrans" cxnId="{BB2C4E7E-15DD-4CE7-A8C2-5A76619BD002}">
      <dgm:prSet/>
      <dgm:spPr/>
      <dgm:t>
        <a:bodyPr/>
        <a:lstStyle/>
        <a:p>
          <a:endParaRPr lang="en-US"/>
        </a:p>
      </dgm:t>
    </dgm:pt>
    <dgm:pt modelId="{6FB5B828-DBC4-45BF-8987-706504A3A082}" type="sibTrans" cxnId="{BB2C4E7E-15DD-4CE7-A8C2-5A76619BD002}">
      <dgm:prSet/>
      <dgm:spPr/>
      <dgm:t>
        <a:bodyPr/>
        <a:lstStyle/>
        <a:p>
          <a:endParaRPr lang="en-US"/>
        </a:p>
      </dgm:t>
    </dgm:pt>
    <dgm:pt modelId="{8A21A594-40C7-4C5A-9091-662D92ABEE9A}">
      <dgm:prSet/>
      <dgm:spPr/>
      <dgm:t>
        <a:bodyPr/>
        <a:lstStyle/>
        <a:p>
          <a:r>
            <a:rPr lang="en-CA"/>
            <a:t>Realice seminarios o reuniones de JUG exclusivamente para maestros/profesores.</a:t>
          </a:r>
          <a:endParaRPr lang="en-US"/>
        </a:p>
      </dgm:t>
    </dgm:pt>
    <dgm:pt modelId="{A8FFB007-21B1-4C9B-BBF2-04597A1A2DB5}" type="parTrans" cxnId="{7139D4A8-EDC6-47B3-AC9C-A709703289A7}">
      <dgm:prSet/>
      <dgm:spPr/>
      <dgm:t>
        <a:bodyPr/>
        <a:lstStyle/>
        <a:p>
          <a:endParaRPr lang="en-US"/>
        </a:p>
      </dgm:t>
    </dgm:pt>
    <dgm:pt modelId="{B83B0F17-74EE-45FF-B1D5-32895D85E53F}" type="sibTrans" cxnId="{7139D4A8-EDC6-47B3-AC9C-A709703289A7}">
      <dgm:prSet/>
      <dgm:spPr/>
      <dgm:t>
        <a:bodyPr/>
        <a:lstStyle/>
        <a:p>
          <a:endParaRPr lang="en-US"/>
        </a:p>
      </dgm:t>
    </dgm:pt>
    <dgm:pt modelId="{E8E1C38A-4978-414E-ABD0-6D59886C1452}">
      <dgm:prSet/>
      <dgm:spPr/>
      <dgm:t>
        <a:bodyPr/>
        <a:lstStyle/>
        <a:p>
          <a:r>
            <a:rPr lang="en-CA"/>
            <a:t>Involúcrese en la educación.</a:t>
          </a:r>
          <a:endParaRPr lang="en-US"/>
        </a:p>
      </dgm:t>
    </dgm:pt>
    <dgm:pt modelId="{429C4B10-1F71-4FA9-B7BF-9C3BD41B3EF3}" type="parTrans" cxnId="{561769E9-3925-44A6-B281-9FE8BE6712C8}">
      <dgm:prSet/>
      <dgm:spPr/>
      <dgm:t>
        <a:bodyPr/>
        <a:lstStyle/>
        <a:p>
          <a:endParaRPr lang="en-US"/>
        </a:p>
      </dgm:t>
    </dgm:pt>
    <dgm:pt modelId="{9386102A-D1FE-45F9-B698-6467148961E3}" type="sibTrans" cxnId="{561769E9-3925-44A6-B281-9FE8BE6712C8}">
      <dgm:prSet/>
      <dgm:spPr/>
      <dgm:t>
        <a:bodyPr/>
        <a:lstStyle/>
        <a:p>
          <a:endParaRPr lang="en-US"/>
        </a:p>
      </dgm:t>
    </dgm:pt>
    <dgm:pt modelId="{296ED71E-3373-4148-8BEA-A3BEC9CC423A}">
      <dgm:prSet/>
      <dgm:spPr/>
      <dgm:t>
        <a:bodyPr/>
        <a:lstStyle/>
        <a:p>
          <a:r>
            <a:rPr lang="en-CA"/>
            <a:t>Organice hackathons de Java para estudiantes.</a:t>
          </a:r>
          <a:endParaRPr lang="en-US"/>
        </a:p>
      </dgm:t>
    </dgm:pt>
    <dgm:pt modelId="{DD19AE28-0813-46B2-8352-6E8EC5389C63}" type="parTrans" cxnId="{D45A3C1A-D2B8-4F89-B2E8-445C787C891C}">
      <dgm:prSet/>
      <dgm:spPr/>
      <dgm:t>
        <a:bodyPr/>
        <a:lstStyle/>
        <a:p>
          <a:endParaRPr lang="en-US"/>
        </a:p>
      </dgm:t>
    </dgm:pt>
    <dgm:pt modelId="{460AA0E8-FB2F-466C-A308-18204707F1DF}" type="sibTrans" cxnId="{D45A3C1A-D2B8-4F89-B2E8-445C787C891C}">
      <dgm:prSet/>
      <dgm:spPr/>
      <dgm:t>
        <a:bodyPr/>
        <a:lstStyle/>
        <a:p>
          <a:endParaRPr lang="en-US"/>
        </a:p>
      </dgm:t>
    </dgm:pt>
    <dgm:pt modelId="{430B22CA-22A7-41A8-9870-9699D2410FBE}">
      <dgm:prSet/>
      <dgm:spPr/>
      <dgm:t>
        <a:bodyPr/>
        <a:lstStyle/>
        <a:p>
          <a:r>
            <a:rPr lang="en-CA"/>
            <a:t>Después de todo, los estudiantes pronto serán sus futuros colegas.</a:t>
          </a:r>
          <a:endParaRPr lang="en-US"/>
        </a:p>
      </dgm:t>
    </dgm:pt>
    <dgm:pt modelId="{F39AEB35-92A5-4984-B5C9-6553B1F40D8A}" type="parTrans" cxnId="{0F250B18-895F-4218-A90D-2E75A48E8572}">
      <dgm:prSet/>
      <dgm:spPr/>
      <dgm:t>
        <a:bodyPr/>
        <a:lstStyle/>
        <a:p>
          <a:endParaRPr lang="en-US"/>
        </a:p>
      </dgm:t>
    </dgm:pt>
    <dgm:pt modelId="{4CA547A3-A932-414B-8576-84C1324E3DB5}" type="sibTrans" cxnId="{0F250B18-895F-4218-A90D-2E75A48E8572}">
      <dgm:prSet/>
      <dgm:spPr/>
      <dgm:t>
        <a:bodyPr/>
        <a:lstStyle/>
        <a:p>
          <a:endParaRPr lang="en-US"/>
        </a:p>
      </dgm:t>
    </dgm:pt>
    <dgm:pt modelId="{076436D7-4D39-4279-89F3-74BAD27AE2E4}" type="pres">
      <dgm:prSet presAssocID="{38C51B2E-D067-4C99-8DF8-50BBC8EDAEFE}" presName="Name0" presStyleCnt="0">
        <dgm:presLayoutVars>
          <dgm:dir/>
          <dgm:resizeHandles val="exact"/>
        </dgm:presLayoutVars>
      </dgm:prSet>
      <dgm:spPr/>
    </dgm:pt>
    <dgm:pt modelId="{12DB0CA1-5607-4427-9FD3-69010117C919}" type="pres">
      <dgm:prSet presAssocID="{6414942B-06CC-41E9-8993-9900D138A1E9}" presName="node" presStyleLbl="node1" presStyleIdx="0" presStyleCnt="9">
        <dgm:presLayoutVars>
          <dgm:bulletEnabled val="1"/>
        </dgm:presLayoutVars>
      </dgm:prSet>
      <dgm:spPr/>
    </dgm:pt>
    <dgm:pt modelId="{740FB745-8FE8-45A4-AD77-664D95C5329C}" type="pres">
      <dgm:prSet presAssocID="{B4F8D86D-2517-449A-A811-D81CD3804791}" presName="sibTrans" presStyleLbl="sibTrans1D1" presStyleIdx="0" presStyleCnt="8"/>
      <dgm:spPr/>
    </dgm:pt>
    <dgm:pt modelId="{DFB1A67B-DC52-4A4C-B2CF-90B4735D5EB6}" type="pres">
      <dgm:prSet presAssocID="{B4F8D86D-2517-449A-A811-D81CD3804791}" presName="connectorText" presStyleLbl="sibTrans1D1" presStyleIdx="0" presStyleCnt="8"/>
      <dgm:spPr/>
    </dgm:pt>
    <dgm:pt modelId="{DB06B718-0EAB-4AD6-B34D-7E996BAD2630}" type="pres">
      <dgm:prSet presAssocID="{AC0F00D0-F97A-4ADE-B7CD-CCC26CE1A34D}" presName="node" presStyleLbl="node1" presStyleIdx="1" presStyleCnt="9">
        <dgm:presLayoutVars>
          <dgm:bulletEnabled val="1"/>
        </dgm:presLayoutVars>
      </dgm:prSet>
      <dgm:spPr/>
    </dgm:pt>
    <dgm:pt modelId="{2FA96ECD-0325-45C8-8FED-4AE2BEB4B3AC}" type="pres">
      <dgm:prSet presAssocID="{080E3C20-9DCE-41AB-92B9-D60AA0A4C6F9}" presName="sibTrans" presStyleLbl="sibTrans1D1" presStyleIdx="1" presStyleCnt="8"/>
      <dgm:spPr/>
    </dgm:pt>
    <dgm:pt modelId="{F79632D9-41B4-4C41-8FB8-A61C76E87FF2}" type="pres">
      <dgm:prSet presAssocID="{080E3C20-9DCE-41AB-92B9-D60AA0A4C6F9}" presName="connectorText" presStyleLbl="sibTrans1D1" presStyleIdx="1" presStyleCnt="8"/>
      <dgm:spPr/>
    </dgm:pt>
    <dgm:pt modelId="{B5503D77-0634-4EF7-832A-AF840A5A6C81}" type="pres">
      <dgm:prSet presAssocID="{CD90E8ED-700D-454A-A332-D9EB7351803D}" presName="node" presStyleLbl="node1" presStyleIdx="2" presStyleCnt="9">
        <dgm:presLayoutVars>
          <dgm:bulletEnabled val="1"/>
        </dgm:presLayoutVars>
      </dgm:prSet>
      <dgm:spPr/>
    </dgm:pt>
    <dgm:pt modelId="{BDB66A90-7CDB-413C-9EC5-332FAC3C252C}" type="pres">
      <dgm:prSet presAssocID="{9D3B60AE-1475-4F95-B89E-CE61A32CE391}" presName="sibTrans" presStyleLbl="sibTrans1D1" presStyleIdx="2" presStyleCnt="8"/>
      <dgm:spPr/>
    </dgm:pt>
    <dgm:pt modelId="{EFCBA5BF-B1EB-4274-BD7D-A35CFE1ECEA2}" type="pres">
      <dgm:prSet presAssocID="{9D3B60AE-1475-4F95-B89E-CE61A32CE391}" presName="connectorText" presStyleLbl="sibTrans1D1" presStyleIdx="2" presStyleCnt="8"/>
      <dgm:spPr/>
    </dgm:pt>
    <dgm:pt modelId="{C7875D47-AE5F-4741-AE59-78BADD36D59B}" type="pres">
      <dgm:prSet presAssocID="{F02A5E01-8DC0-42CC-AE66-8AAEE52F5CA6}" presName="node" presStyleLbl="node1" presStyleIdx="3" presStyleCnt="9">
        <dgm:presLayoutVars>
          <dgm:bulletEnabled val="1"/>
        </dgm:presLayoutVars>
      </dgm:prSet>
      <dgm:spPr/>
    </dgm:pt>
    <dgm:pt modelId="{3D1179B5-03AF-493A-88B3-8FCBF3A15EAA}" type="pres">
      <dgm:prSet presAssocID="{F272958F-8863-4A05-B921-BB9BE2DFD92A}" presName="sibTrans" presStyleLbl="sibTrans1D1" presStyleIdx="3" presStyleCnt="8"/>
      <dgm:spPr/>
    </dgm:pt>
    <dgm:pt modelId="{79591BC8-FF90-42D9-9247-5D89B5A99390}" type="pres">
      <dgm:prSet presAssocID="{F272958F-8863-4A05-B921-BB9BE2DFD92A}" presName="connectorText" presStyleLbl="sibTrans1D1" presStyleIdx="3" presStyleCnt="8"/>
      <dgm:spPr/>
    </dgm:pt>
    <dgm:pt modelId="{F993E031-C3CC-45A6-B5DB-B14ED955244B}" type="pres">
      <dgm:prSet presAssocID="{00D0A81C-11F5-4D1E-8224-DABF4CCB53DD}" presName="node" presStyleLbl="node1" presStyleIdx="4" presStyleCnt="9">
        <dgm:presLayoutVars>
          <dgm:bulletEnabled val="1"/>
        </dgm:presLayoutVars>
      </dgm:prSet>
      <dgm:spPr/>
    </dgm:pt>
    <dgm:pt modelId="{BC6E1370-619A-451A-A777-31EBDDB95504}" type="pres">
      <dgm:prSet presAssocID="{6FB5B828-DBC4-45BF-8987-706504A3A082}" presName="sibTrans" presStyleLbl="sibTrans1D1" presStyleIdx="4" presStyleCnt="8"/>
      <dgm:spPr/>
    </dgm:pt>
    <dgm:pt modelId="{D0D98549-1332-4FEF-BA9E-2BB5D14B62BA}" type="pres">
      <dgm:prSet presAssocID="{6FB5B828-DBC4-45BF-8987-706504A3A082}" presName="connectorText" presStyleLbl="sibTrans1D1" presStyleIdx="4" presStyleCnt="8"/>
      <dgm:spPr/>
    </dgm:pt>
    <dgm:pt modelId="{F7AFF415-0696-48A0-A84D-AD8765ECE694}" type="pres">
      <dgm:prSet presAssocID="{8A21A594-40C7-4C5A-9091-662D92ABEE9A}" presName="node" presStyleLbl="node1" presStyleIdx="5" presStyleCnt="9">
        <dgm:presLayoutVars>
          <dgm:bulletEnabled val="1"/>
        </dgm:presLayoutVars>
      </dgm:prSet>
      <dgm:spPr/>
    </dgm:pt>
    <dgm:pt modelId="{EF57255B-5577-4CD9-8355-7B20CC69F518}" type="pres">
      <dgm:prSet presAssocID="{B83B0F17-74EE-45FF-B1D5-32895D85E53F}" presName="sibTrans" presStyleLbl="sibTrans1D1" presStyleIdx="5" presStyleCnt="8"/>
      <dgm:spPr/>
    </dgm:pt>
    <dgm:pt modelId="{36C90E7F-3538-4316-8B1B-4A83C9424CB8}" type="pres">
      <dgm:prSet presAssocID="{B83B0F17-74EE-45FF-B1D5-32895D85E53F}" presName="connectorText" presStyleLbl="sibTrans1D1" presStyleIdx="5" presStyleCnt="8"/>
      <dgm:spPr/>
    </dgm:pt>
    <dgm:pt modelId="{931E6086-25BE-4FAE-81E6-7B5EB3F1B7A9}" type="pres">
      <dgm:prSet presAssocID="{E8E1C38A-4978-414E-ABD0-6D59886C1452}" presName="node" presStyleLbl="node1" presStyleIdx="6" presStyleCnt="9">
        <dgm:presLayoutVars>
          <dgm:bulletEnabled val="1"/>
        </dgm:presLayoutVars>
      </dgm:prSet>
      <dgm:spPr/>
    </dgm:pt>
    <dgm:pt modelId="{3F331B67-CAC2-41D0-A486-EE6C828ADF4E}" type="pres">
      <dgm:prSet presAssocID="{9386102A-D1FE-45F9-B698-6467148961E3}" presName="sibTrans" presStyleLbl="sibTrans1D1" presStyleIdx="6" presStyleCnt="8"/>
      <dgm:spPr/>
    </dgm:pt>
    <dgm:pt modelId="{01E684DD-0DAC-4B52-9C2C-2C4308533AA3}" type="pres">
      <dgm:prSet presAssocID="{9386102A-D1FE-45F9-B698-6467148961E3}" presName="connectorText" presStyleLbl="sibTrans1D1" presStyleIdx="6" presStyleCnt="8"/>
      <dgm:spPr/>
    </dgm:pt>
    <dgm:pt modelId="{9C5AF6D6-952B-43B3-8232-BD6F2CCB7600}" type="pres">
      <dgm:prSet presAssocID="{296ED71E-3373-4148-8BEA-A3BEC9CC423A}" presName="node" presStyleLbl="node1" presStyleIdx="7" presStyleCnt="9">
        <dgm:presLayoutVars>
          <dgm:bulletEnabled val="1"/>
        </dgm:presLayoutVars>
      </dgm:prSet>
      <dgm:spPr/>
    </dgm:pt>
    <dgm:pt modelId="{F6597A91-CB9E-40A9-B4B2-507D3AF7BA10}" type="pres">
      <dgm:prSet presAssocID="{460AA0E8-FB2F-466C-A308-18204707F1DF}" presName="sibTrans" presStyleLbl="sibTrans1D1" presStyleIdx="7" presStyleCnt="8"/>
      <dgm:spPr/>
    </dgm:pt>
    <dgm:pt modelId="{84318B43-939A-46EF-9616-FB2AA29FBEE9}" type="pres">
      <dgm:prSet presAssocID="{460AA0E8-FB2F-466C-A308-18204707F1DF}" presName="connectorText" presStyleLbl="sibTrans1D1" presStyleIdx="7" presStyleCnt="8"/>
      <dgm:spPr/>
    </dgm:pt>
    <dgm:pt modelId="{F65BFBC4-C7A2-498A-9AAC-9C931720F2E9}" type="pres">
      <dgm:prSet presAssocID="{430B22CA-22A7-41A8-9870-9699D2410FBE}" presName="node" presStyleLbl="node1" presStyleIdx="8" presStyleCnt="9">
        <dgm:presLayoutVars>
          <dgm:bulletEnabled val="1"/>
        </dgm:presLayoutVars>
      </dgm:prSet>
      <dgm:spPr/>
    </dgm:pt>
  </dgm:ptLst>
  <dgm:cxnLst>
    <dgm:cxn modelId="{F16C8D00-BD53-45C7-9287-4803F853D616}" type="presOf" srcId="{080E3C20-9DCE-41AB-92B9-D60AA0A4C6F9}" destId="{F79632D9-41B4-4C41-8FB8-A61C76E87FF2}" srcOrd="1" destOrd="0" presId="urn:microsoft.com/office/officeart/2016/7/layout/RepeatingBendingProcessNew"/>
    <dgm:cxn modelId="{769EC202-EF60-478C-AA93-78C5399A1E19}" type="presOf" srcId="{9386102A-D1FE-45F9-B698-6467148961E3}" destId="{3F331B67-CAC2-41D0-A486-EE6C828ADF4E}" srcOrd="0" destOrd="0" presId="urn:microsoft.com/office/officeart/2016/7/layout/RepeatingBendingProcessNew"/>
    <dgm:cxn modelId="{0C682D06-C376-4FC7-80C3-735B5EEA77BA}" type="presOf" srcId="{F272958F-8863-4A05-B921-BB9BE2DFD92A}" destId="{3D1179B5-03AF-493A-88B3-8FCBF3A15EAA}" srcOrd="0" destOrd="0" presId="urn:microsoft.com/office/officeart/2016/7/layout/RepeatingBendingProcessNew"/>
    <dgm:cxn modelId="{C8CE0A08-FDA4-4F0C-830C-626D7CA64294}" srcId="{38C51B2E-D067-4C99-8DF8-50BBC8EDAEFE}" destId="{F02A5E01-8DC0-42CC-AE66-8AAEE52F5CA6}" srcOrd="3" destOrd="0" parTransId="{8D82C406-BDA0-46B0-B896-6557EB8A6199}" sibTransId="{F272958F-8863-4A05-B921-BB9BE2DFD92A}"/>
    <dgm:cxn modelId="{7A13AA0F-C4EA-49C0-90E2-571ED2830AA6}" type="presOf" srcId="{AC0F00D0-F97A-4ADE-B7CD-CCC26CE1A34D}" destId="{DB06B718-0EAB-4AD6-B34D-7E996BAD2630}" srcOrd="0" destOrd="0" presId="urn:microsoft.com/office/officeart/2016/7/layout/RepeatingBendingProcessNew"/>
    <dgm:cxn modelId="{7C035415-B9D4-40BD-AA63-E3C8F4434335}" type="presOf" srcId="{460AA0E8-FB2F-466C-A308-18204707F1DF}" destId="{F6597A91-CB9E-40A9-B4B2-507D3AF7BA10}" srcOrd="0" destOrd="0" presId="urn:microsoft.com/office/officeart/2016/7/layout/RepeatingBendingProcessNew"/>
    <dgm:cxn modelId="{0F250B18-895F-4218-A90D-2E75A48E8572}" srcId="{38C51B2E-D067-4C99-8DF8-50BBC8EDAEFE}" destId="{430B22CA-22A7-41A8-9870-9699D2410FBE}" srcOrd="8" destOrd="0" parTransId="{F39AEB35-92A5-4984-B5C9-6553B1F40D8A}" sibTransId="{4CA547A3-A932-414B-8576-84C1324E3DB5}"/>
    <dgm:cxn modelId="{D45A3C1A-D2B8-4F89-B2E8-445C787C891C}" srcId="{38C51B2E-D067-4C99-8DF8-50BBC8EDAEFE}" destId="{296ED71E-3373-4148-8BEA-A3BEC9CC423A}" srcOrd="7" destOrd="0" parTransId="{DD19AE28-0813-46B2-8352-6E8EC5389C63}" sibTransId="{460AA0E8-FB2F-466C-A308-18204707F1DF}"/>
    <dgm:cxn modelId="{A4DFE81D-F15E-417F-8851-765A8278960D}" srcId="{38C51B2E-D067-4C99-8DF8-50BBC8EDAEFE}" destId="{CD90E8ED-700D-454A-A332-D9EB7351803D}" srcOrd="2" destOrd="0" parTransId="{B71DB283-F9D1-42E8-ACE8-83449FFA9F82}" sibTransId="{9D3B60AE-1475-4F95-B89E-CE61A32CE391}"/>
    <dgm:cxn modelId="{F38B8420-32BD-48EC-AF29-BABDA56AA900}" srcId="{38C51B2E-D067-4C99-8DF8-50BBC8EDAEFE}" destId="{AC0F00D0-F97A-4ADE-B7CD-CCC26CE1A34D}" srcOrd="1" destOrd="0" parTransId="{4BA2D619-8716-4BFF-B1EE-C5A92D4A47FE}" sibTransId="{080E3C20-9DCE-41AB-92B9-D60AA0A4C6F9}"/>
    <dgm:cxn modelId="{58453F27-7498-4D13-8D11-412049A40E1F}" type="presOf" srcId="{B4F8D86D-2517-449A-A811-D81CD3804791}" destId="{DFB1A67B-DC52-4A4C-B2CF-90B4735D5EB6}" srcOrd="1" destOrd="0" presId="urn:microsoft.com/office/officeart/2016/7/layout/RepeatingBendingProcessNew"/>
    <dgm:cxn modelId="{52686D28-5905-4A80-A573-A3E477D0E231}" type="presOf" srcId="{9386102A-D1FE-45F9-B698-6467148961E3}" destId="{01E684DD-0DAC-4B52-9C2C-2C4308533AA3}" srcOrd="1" destOrd="0" presId="urn:microsoft.com/office/officeart/2016/7/layout/RepeatingBendingProcessNew"/>
    <dgm:cxn modelId="{980A082D-AABF-47F3-86EF-70BDE6667E4E}" type="presOf" srcId="{460AA0E8-FB2F-466C-A308-18204707F1DF}" destId="{84318B43-939A-46EF-9616-FB2AA29FBEE9}" srcOrd="1" destOrd="0" presId="urn:microsoft.com/office/officeart/2016/7/layout/RepeatingBendingProcessNew"/>
    <dgm:cxn modelId="{D60D1247-896D-41F1-BB49-A9D74DEA748B}" type="presOf" srcId="{080E3C20-9DCE-41AB-92B9-D60AA0A4C6F9}" destId="{2FA96ECD-0325-45C8-8FED-4AE2BEB4B3AC}" srcOrd="0" destOrd="0" presId="urn:microsoft.com/office/officeart/2016/7/layout/RepeatingBendingProcessNew"/>
    <dgm:cxn modelId="{1BA2D448-E871-4BB8-BBBD-AFB98E9B7F81}" type="presOf" srcId="{6414942B-06CC-41E9-8993-9900D138A1E9}" destId="{12DB0CA1-5607-4427-9FD3-69010117C919}" srcOrd="0" destOrd="0" presId="urn:microsoft.com/office/officeart/2016/7/layout/RepeatingBendingProcessNew"/>
    <dgm:cxn modelId="{9171C449-96CD-48C3-B6C7-FD77804338BC}" type="presOf" srcId="{38C51B2E-D067-4C99-8DF8-50BBC8EDAEFE}" destId="{076436D7-4D39-4279-89F3-74BAD27AE2E4}" srcOrd="0" destOrd="0" presId="urn:microsoft.com/office/officeart/2016/7/layout/RepeatingBendingProcessNew"/>
    <dgm:cxn modelId="{BBD81559-2E8F-43E7-86F0-D82CE441AAE4}" type="presOf" srcId="{F02A5E01-8DC0-42CC-AE66-8AAEE52F5CA6}" destId="{C7875D47-AE5F-4741-AE59-78BADD36D59B}" srcOrd="0" destOrd="0" presId="urn:microsoft.com/office/officeart/2016/7/layout/RepeatingBendingProcessNew"/>
    <dgm:cxn modelId="{5913C863-1A51-41B7-AD90-92C8DCA10F74}" type="presOf" srcId="{6FB5B828-DBC4-45BF-8987-706504A3A082}" destId="{BC6E1370-619A-451A-A777-31EBDDB95504}" srcOrd="0" destOrd="0" presId="urn:microsoft.com/office/officeart/2016/7/layout/RepeatingBendingProcessNew"/>
    <dgm:cxn modelId="{B4669679-2E7C-40EE-9CF3-89BC48B509E2}" type="presOf" srcId="{00D0A81C-11F5-4D1E-8224-DABF4CCB53DD}" destId="{F993E031-C3CC-45A6-B5DB-B14ED955244B}" srcOrd="0" destOrd="0" presId="urn:microsoft.com/office/officeart/2016/7/layout/RepeatingBendingProcessNew"/>
    <dgm:cxn modelId="{0E72657B-BC76-43F7-B61C-168F5CD27EEA}" type="presOf" srcId="{CD90E8ED-700D-454A-A332-D9EB7351803D}" destId="{B5503D77-0634-4EF7-832A-AF840A5A6C81}" srcOrd="0" destOrd="0" presId="urn:microsoft.com/office/officeart/2016/7/layout/RepeatingBendingProcessNew"/>
    <dgm:cxn modelId="{D738007C-8489-4EE3-9031-37311A669334}" type="presOf" srcId="{B83B0F17-74EE-45FF-B1D5-32895D85E53F}" destId="{36C90E7F-3538-4316-8B1B-4A83C9424CB8}" srcOrd="1" destOrd="0" presId="urn:microsoft.com/office/officeart/2016/7/layout/RepeatingBendingProcessNew"/>
    <dgm:cxn modelId="{BB2C4E7E-15DD-4CE7-A8C2-5A76619BD002}" srcId="{38C51B2E-D067-4C99-8DF8-50BBC8EDAEFE}" destId="{00D0A81C-11F5-4D1E-8224-DABF4CCB53DD}" srcOrd="4" destOrd="0" parTransId="{AD8D79C0-D6BE-42D0-B95B-28E6ADA5C4F4}" sibTransId="{6FB5B828-DBC4-45BF-8987-706504A3A082}"/>
    <dgm:cxn modelId="{7139D4A8-EDC6-47B3-AC9C-A709703289A7}" srcId="{38C51B2E-D067-4C99-8DF8-50BBC8EDAEFE}" destId="{8A21A594-40C7-4C5A-9091-662D92ABEE9A}" srcOrd="5" destOrd="0" parTransId="{A8FFB007-21B1-4C9B-BBF2-04597A1A2DB5}" sibTransId="{B83B0F17-74EE-45FF-B1D5-32895D85E53F}"/>
    <dgm:cxn modelId="{070933AF-8C7D-4E5F-94EE-F25D79548F2D}" type="presOf" srcId="{8A21A594-40C7-4C5A-9091-662D92ABEE9A}" destId="{F7AFF415-0696-48A0-A84D-AD8765ECE694}" srcOrd="0" destOrd="0" presId="urn:microsoft.com/office/officeart/2016/7/layout/RepeatingBendingProcessNew"/>
    <dgm:cxn modelId="{994D7CB2-E89E-40C2-8CC2-9FE9287FECE1}" type="presOf" srcId="{296ED71E-3373-4148-8BEA-A3BEC9CC423A}" destId="{9C5AF6D6-952B-43B3-8232-BD6F2CCB7600}" srcOrd="0" destOrd="0" presId="urn:microsoft.com/office/officeart/2016/7/layout/RepeatingBendingProcessNew"/>
    <dgm:cxn modelId="{73C1BDB6-D36E-4B1C-8600-DF6ECF823012}" type="presOf" srcId="{9D3B60AE-1475-4F95-B89E-CE61A32CE391}" destId="{BDB66A90-7CDB-413C-9EC5-332FAC3C252C}" srcOrd="0" destOrd="0" presId="urn:microsoft.com/office/officeart/2016/7/layout/RepeatingBendingProcessNew"/>
    <dgm:cxn modelId="{03C4E4B9-5FCA-42B2-9145-DDB5B0E3CC19}" srcId="{38C51B2E-D067-4C99-8DF8-50BBC8EDAEFE}" destId="{6414942B-06CC-41E9-8993-9900D138A1E9}" srcOrd="0" destOrd="0" parTransId="{A0A60563-B3F1-4AEE-BC5E-A6332503D1D6}" sibTransId="{B4F8D86D-2517-449A-A811-D81CD3804791}"/>
    <dgm:cxn modelId="{72A4D2C4-2E56-45E0-A762-1F29974F2B08}" type="presOf" srcId="{E8E1C38A-4978-414E-ABD0-6D59886C1452}" destId="{931E6086-25BE-4FAE-81E6-7B5EB3F1B7A9}" srcOrd="0" destOrd="0" presId="urn:microsoft.com/office/officeart/2016/7/layout/RepeatingBendingProcessNew"/>
    <dgm:cxn modelId="{1B8342C5-2046-4E54-8E57-BB6D2EA36EF9}" type="presOf" srcId="{9D3B60AE-1475-4F95-B89E-CE61A32CE391}" destId="{EFCBA5BF-B1EB-4274-BD7D-A35CFE1ECEA2}" srcOrd="1" destOrd="0" presId="urn:microsoft.com/office/officeart/2016/7/layout/RepeatingBendingProcessNew"/>
    <dgm:cxn modelId="{EB6AC6CF-BF2C-4DE1-8DAE-7DEC0B069999}" type="presOf" srcId="{B4F8D86D-2517-449A-A811-D81CD3804791}" destId="{740FB745-8FE8-45A4-AD77-664D95C5329C}" srcOrd="0" destOrd="0" presId="urn:microsoft.com/office/officeart/2016/7/layout/RepeatingBendingProcessNew"/>
    <dgm:cxn modelId="{A2EF3ED9-1DCD-4240-B2DA-AD8067FD0694}" type="presOf" srcId="{6FB5B828-DBC4-45BF-8987-706504A3A082}" destId="{D0D98549-1332-4FEF-BA9E-2BB5D14B62BA}" srcOrd="1" destOrd="0" presId="urn:microsoft.com/office/officeart/2016/7/layout/RepeatingBendingProcessNew"/>
    <dgm:cxn modelId="{561769E9-3925-44A6-B281-9FE8BE6712C8}" srcId="{38C51B2E-D067-4C99-8DF8-50BBC8EDAEFE}" destId="{E8E1C38A-4978-414E-ABD0-6D59886C1452}" srcOrd="6" destOrd="0" parTransId="{429C4B10-1F71-4FA9-B7BF-9C3BD41B3EF3}" sibTransId="{9386102A-D1FE-45F9-B698-6467148961E3}"/>
    <dgm:cxn modelId="{195C5BEA-C57C-44FD-898C-D087700D1A63}" type="presOf" srcId="{B83B0F17-74EE-45FF-B1D5-32895D85E53F}" destId="{EF57255B-5577-4CD9-8355-7B20CC69F518}" srcOrd="0" destOrd="0" presId="urn:microsoft.com/office/officeart/2016/7/layout/RepeatingBendingProcessNew"/>
    <dgm:cxn modelId="{DB171EEE-A953-48E6-8541-5EB0BD393D1B}" type="presOf" srcId="{430B22CA-22A7-41A8-9870-9699D2410FBE}" destId="{F65BFBC4-C7A2-498A-9AAC-9C931720F2E9}" srcOrd="0" destOrd="0" presId="urn:microsoft.com/office/officeart/2016/7/layout/RepeatingBendingProcessNew"/>
    <dgm:cxn modelId="{DC35A3F4-E052-4C54-A245-569B4CE28BE4}" type="presOf" srcId="{F272958F-8863-4A05-B921-BB9BE2DFD92A}" destId="{79591BC8-FF90-42D9-9247-5D89B5A99390}" srcOrd="1" destOrd="0" presId="urn:microsoft.com/office/officeart/2016/7/layout/RepeatingBendingProcessNew"/>
    <dgm:cxn modelId="{01238741-25D7-4F79-B614-1B3FB2DFFC42}" type="presParOf" srcId="{076436D7-4D39-4279-89F3-74BAD27AE2E4}" destId="{12DB0CA1-5607-4427-9FD3-69010117C919}" srcOrd="0" destOrd="0" presId="urn:microsoft.com/office/officeart/2016/7/layout/RepeatingBendingProcessNew"/>
    <dgm:cxn modelId="{F8A3FAB5-7B7D-4357-BA7E-50F9FE5929FA}" type="presParOf" srcId="{076436D7-4D39-4279-89F3-74BAD27AE2E4}" destId="{740FB745-8FE8-45A4-AD77-664D95C5329C}" srcOrd="1" destOrd="0" presId="urn:microsoft.com/office/officeart/2016/7/layout/RepeatingBendingProcessNew"/>
    <dgm:cxn modelId="{05E2C39B-0A53-4FDC-91DD-939A34DA06A3}" type="presParOf" srcId="{740FB745-8FE8-45A4-AD77-664D95C5329C}" destId="{DFB1A67B-DC52-4A4C-B2CF-90B4735D5EB6}" srcOrd="0" destOrd="0" presId="urn:microsoft.com/office/officeart/2016/7/layout/RepeatingBendingProcessNew"/>
    <dgm:cxn modelId="{D66A6B9D-FD7F-462D-A6EB-9F4136E4CDEA}" type="presParOf" srcId="{076436D7-4D39-4279-89F3-74BAD27AE2E4}" destId="{DB06B718-0EAB-4AD6-B34D-7E996BAD2630}" srcOrd="2" destOrd="0" presId="urn:microsoft.com/office/officeart/2016/7/layout/RepeatingBendingProcessNew"/>
    <dgm:cxn modelId="{87C73FEB-4488-4689-834E-21DC61058167}" type="presParOf" srcId="{076436D7-4D39-4279-89F3-74BAD27AE2E4}" destId="{2FA96ECD-0325-45C8-8FED-4AE2BEB4B3AC}" srcOrd="3" destOrd="0" presId="urn:microsoft.com/office/officeart/2016/7/layout/RepeatingBendingProcessNew"/>
    <dgm:cxn modelId="{751BEB4B-5C45-46E5-9038-EB05503FC1BE}" type="presParOf" srcId="{2FA96ECD-0325-45C8-8FED-4AE2BEB4B3AC}" destId="{F79632D9-41B4-4C41-8FB8-A61C76E87FF2}" srcOrd="0" destOrd="0" presId="urn:microsoft.com/office/officeart/2016/7/layout/RepeatingBendingProcessNew"/>
    <dgm:cxn modelId="{B0AD172C-9D29-420A-85DE-92666A5CFCF6}" type="presParOf" srcId="{076436D7-4D39-4279-89F3-74BAD27AE2E4}" destId="{B5503D77-0634-4EF7-832A-AF840A5A6C81}" srcOrd="4" destOrd="0" presId="urn:microsoft.com/office/officeart/2016/7/layout/RepeatingBendingProcessNew"/>
    <dgm:cxn modelId="{7D4D2BB3-C34D-4221-97EE-BF8A4D936822}" type="presParOf" srcId="{076436D7-4D39-4279-89F3-74BAD27AE2E4}" destId="{BDB66A90-7CDB-413C-9EC5-332FAC3C252C}" srcOrd="5" destOrd="0" presId="urn:microsoft.com/office/officeart/2016/7/layout/RepeatingBendingProcessNew"/>
    <dgm:cxn modelId="{D7F3B6E5-A144-407D-B3C9-7CC262A4ADE3}" type="presParOf" srcId="{BDB66A90-7CDB-413C-9EC5-332FAC3C252C}" destId="{EFCBA5BF-B1EB-4274-BD7D-A35CFE1ECEA2}" srcOrd="0" destOrd="0" presId="urn:microsoft.com/office/officeart/2016/7/layout/RepeatingBendingProcessNew"/>
    <dgm:cxn modelId="{845887DD-9CC3-4A0C-A21D-C2B1C21CE600}" type="presParOf" srcId="{076436D7-4D39-4279-89F3-74BAD27AE2E4}" destId="{C7875D47-AE5F-4741-AE59-78BADD36D59B}" srcOrd="6" destOrd="0" presId="urn:microsoft.com/office/officeart/2016/7/layout/RepeatingBendingProcessNew"/>
    <dgm:cxn modelId="{4E759E4C-048A-44CE-B03E-22B89C88B537}" type="presParOf" srcId="{076436D7-4D39-4279-89F3-74BAD27AE2E4}" destId="{3D1179B5-03AF-493A-88B3-8FCBF3A15EAA}" srcOrd="7" destOrd="0" presId="urn:microsoft.com/office/officeart/2016/7/layout/RepeatingBendingProcessNew"/>
    <dgm:cxn modelId="{F0FB47FF-9C88-4D6E-89F0-A34FD733CB2F}" type="presParOf" srcId="{3D1179B5-03AF-493A-88B3-8FCBF3A15EAA}" destId="{79591BC8-FF90-42D9-9247-5D89B5A99390}" srcOrd="0" destOrd="0" presId="urn:microsoft.com/office/officeart/2016/7/layout/RepeatingBendingProcessNew"/>
    <dgm:cxn modelId="{DF230F0F-7A53-4933-9472-7FE07ECF5F69}" type="presParOf" srcId="{076436D7-4D39-4279-89F3-74BAD27AE2E4}" destId="{F993E031-C3CC-45A6-B5DB-B14ED955244B}" srcOrd="8" destOrd="0" presId="urn:microsoft.com/office/officeart/2016/7/layout/RepeatingBendingProcessNew"/>
    <dgm:cxn modelId="{43BF327D-7A56-4169-8B66-61BB1C14E0D1}" type="presParOf" srcId="{076436D7-4D39-4279-89F3-74BAD27AE2E4}" destId="{BC6E1370-619A-451A-A777-31EBDDB95504}" srcOrd="9" destOrd="0" presId="urn:microsoft.com/office/officeart/2016/7/layout/RepeatingBendingProcessNew"/>
    <dgm:cxn modelId="{55EC243E-0209-46E6-AE40-C86E502A6EAB}" type="presParOf" srcId="{BC6E1370-619A-451A-A777-31EBDDB95504}" destId="{D0D98549-1332-4FEF-BA9E-2BB5D14B62BA}" srcOrd="0" destOrd="0" presId="urn:microsoft.com/office/officeart/2016/7/layout/RepeatingBendingProcessNew"/>
    <dgm:cxn modelId="{118AA320-726B-4576-8DBA-3DADDB3961CE}" type="presParOf" srcId="{076436D7-4D39-4279-89F3-74BAD27AE2E4}" destId="{F7AFF415-0696-48A0-A84D-AD8765ECE694}" srcOrd="10" destOrd="0" presId="urn:microsoft.com/office/officeart/2016/7/layout/RepeatingBendingProcessNew"/>
    <dgm:cxn modelId="{4E7F7516-3720-46E0-BE04-849D15D571C0}" type="presParOf" srcId="{076436D7-4D39-4279-89F3-74BAD27AE2E4}" destId="{EF57255B-5577-4CD9-8355-7B20CC69F518}" srcOrd="11" destOrd="0" presId="urn:microsoft.com/office/officeart/2016/7/layout/RepeatingBendingProcessNew"/>
    <dgm:cxn modelId="{AA80FF04-AF14-4AF4-AD47-06ABB59AF7C4}" type="presParOf" srcId="{EF57255B-5577-4CD9-8355-7B20CC69F518}" destId="{36C90E7F-3538-4316-8B1B-4A83C9424CB8}" srcOrd="0" destOrd="0" presId="urn:microsoft.com/office/officeart/2016/7/layout/RepeatingBendingProcessNew"/>
    <dgm:cxn modelId="{88D54C30-A744-4001-B93A-CE2A55061273}" type="presParOf" srcId="{076436D7-4D39-4279-89F3-74BAD27AE2E4}" destId="{931E6086-25BE-4FAE-81E6-7B5EB3F1B7A9}" srcOrd="12" destOrd="0" presId="urn:microsoft.com/office/officeart/2016/7/layout/RepeatingBendingProcessNew"/>
    <dgm:cxn modelId="{BACBC171-B31D-4F3C-BB58-A0E968D19D1E}" type="presParOf" srcId="{076436D7-4D39-4279-89F3-74BAD27AE2E4}" destId="{3F331B67-CAC2-41D0-A486-EE6C828ADF4E}" srcOrd="13" destOrd="0" presId="urn:microsoft.com/office/officeart/2016/7/layout/RepeatingBendingProcessNew"/>
    <dgm:cxn modelId="{1E6F1DBF-6CE3-49E8-B9B4-75E6CFE2A508}" type="presParOf" srcId="{3F331B67-CAC2-41D0-A486-EE6C828ADF4E}" destId="{01E684DD-0DAC-4B52-9C2C-2C4308533AA3}" srcOrd="0" destOrd="0" presId="urn:microsoft.com/office/officeart/2016/7/layout/RepeatingBendingProcessNew"/>
    <dgm:cxn modelId="{D5B257D6-08CB-4456-9634-FC14822BAD23}" type="presParOf" srcId="{076436D7-4D39-4279-89F3-74BAD27AE2E4}" destId="{9C5AF6D6-952B-43B3-8232-BD6F2CCB7600}" srcOrd="14" destOrd="0" presId="urn:microsoft.com/office/officeart/2016/7/layout/RepeatingBendingProcessNew"/>
    <dgm:cxn modelId="{8D5B5EBA-414A-4997-9EF6-51F0A8EF3AEA}" type="presParOf" srcId="{076436D7-4D39-4279-89F3-74BAD27AE2E4}" destId="{F6597A91-CB9E-40A9-B4B2-507D3AF7BA10}" srcOrd="15" destOrd="0" presId="urn:microsoft.com/office/officeart/2016/7/layout/RepeatingBendingProcessNew"/>
    <dgm:cxn modelId="{23E5BB43-5292-48BF-A80D-F26DC21B5E7A}" type="presParOf" srcId="{F6597A91-CB9E-40A9-B4B2-507D3AF7BA10}" destId="{84318B43-939A-46EF-9616-FB2AA29FBEE9}" srcOrd="0" destOrd="0" presId="urn:microsoft.com/office/officeart/2016/7/layout/RepeatingBendingProcessNew"/>
    <dgm:cxn modelId="{D8368885-7A77-4AA7-BDCB-BBC691AAD93E}" type="presParOf" srcId="{076436D7-4D39-4279-89F3-74BAD27AE2E4}" destId="{F65BFBC4-C7A2-498A-9AAC-9C931720F2E9}" srcOrd="16"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5CCDCC-FD20-4AE9-BE79-A5D5810EB20E}">
      <dsp:nvSpPr>
        <dsp:cNvPr id="0" name=""/>
        <dsp:cNvSpPr/>
      </dsp:nvSpPr>
      <dsp:spPr>
        <a:xfrm>
          <a:off x="223925" y="1138"/>
          <a:ext cx="2790593" cy="2865292"/>
        </a:xfrm>
        <a:prstGeom prst="rect">
          <a:avLst/>
        </a:prstGeom>
        <a:solidFill>
          <a:srgbClr val="F4920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CA" sz="2600" kern="1200" dirty="0"/>
            <a:t>Esta presentación examina las mejoras del lenguaje Java</a:t>
          </a:r>
          <a:endParaRPr lang="en-US" sz="2600" kern="1200" dirty="0"/>
        </a:p>
      </dsp:txBody>
      <dsp:txXfrm>
        <a:off x="223925" y="1138"/>
        <a:ext cx="2790593" cy="2865292"/>
      </dsp:txXfrm>
    </dsp:sp>
    <dsp:sp modelId="{FA9FC9BB-7426-438F-89E2-A9B4865F8F3A}">
      <dsp:nvSpPr>
        <dsp:cNvPr id="0" name=""/>
        <dsp:cNvSpPr/>
      </dsp:nvSpPr>
      <dsp:spPr>
        <a:xfrm>
          <a:off x="3293578" y="1138"/>
          <a:ext cx="2790593" cy="2865292"/>
        </a:xfrm>
        <a:prstGeom prst="rect">
          <a:avLst/>
        </a:prstGeom>
        <a:solidFill>
          <a:srgbClr val="F49201">
            <a:alpha val="88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CA" sz="2600" kern="1200" dirty="0"/>
            <a:t>Estas mejoras ayudan a disipar algunos de los mitos en torno a Java.</a:t>
          </a:r>
          <a:endParaRPr lang="en-US" sz="2600" kern="1200" dirty="0"/>
        </a:p>
      </dsp:txBody>
      <dsp:txXfrm>
        <a:off x="3293578" y="1138"/>
        <a:ext cx="2790593" cy="2865292"/>
      </dsp:txXfrm>
    </dsp:sp>
    <dsp:sp modelId="{F9B12F6D-A1D8-46E9-A95C-C5D90C0E82C6}">
      <dsp:nvSpPr>
        <dsp:cNvPr id="0" name=""/>
        <dsp:cNvSpPr/>
      </dsp:nvSpPr>
      <dsp:spPr>
        <a:xfrm>
          <a:off x="1758751" y="3145490"/>
          <a:ext cx="2790593" cy="2750113"/>
        </a:xfrm>
        <a:prstGeom prst="rect">
          <a:avLst/>
        </a:prstGeom>
        <a:solidFill>
          <a:srgbClr val="F49201">
            <a:alpha val="8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CA" sz="2600" kern="1200" dirty="0"/>
            <a:t>Se trata de por qué Java debería ser el lenguaje que se enseña hoy en día en todos los niveles escolares.</a:t>
          </a:r>
          <a:endParaRPr lang="en-US" sz="2600" kern="1200" dirty="0"/>
        </a:p>
      </dsp:txBody>
      <dsp:txXfrm>
        <a:off x="1758751" y="3145490"/>
        <a:ext cx="2790593" cy="27501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5ABD22-4AC1-4E2A-B131-CCC67A30EF07}">
      <dsp:nvSpPr>
        <dsp:cNvPr id="0" name=""/>
        <dsp:cNvSpPr/>
      </dsp:nvSpPr>
      <dsp:spPr>
        <a:xfrm>
          <a:off x="0" y="1706"/>
          <a:ext cx="57509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6126E4-4563-49BE-9E0B-06A53A9C0857}">
      <dsp:nvSpPr>
        <dsp:cNvPr id="0" name=""/>
        <dsp:cNvSpPr/>
      </dsp:nvSpPr>
      <dsp:spPr>
        <a:xfrm>
          <a:off x="0" y="0"/>
          <a:ext cx="5750920" cy="8314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CA" sz="2800" kern="1200" dirty="0"/>
            <a:t>Una herramienta para simplificar la enseñanza.</a:t>
          </a:r>
          <a:endParaRPr lang="en-US" sz="2800" kern="1200" dirty="0"/>
        </a:p>
      </dsp:txBody>
      <dsp:txXfrm>
        <a:off x="0" y="0"/>
        <a:ext cx="5750920" cy="831446"/>
      </dsp:txXfrm>
    </dsp:sp>
    <dsp:sp modelId="{9216A449-A885-44B4-ADD4-F0BDF7E7BFA0}">
      <dsp:nvSpPr>
        <dsp:cNvPr id="0" name=""/>
        <dsp:cNvSpPr/>
      </dsp:nvSpPr>
      <dsp:spPr>
        <a:xfrm>
          <a:off x="0" y="833152"/>
          <a:ext cx="57509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4EEF23-6467-45C6-9527-F1E7A0B208B9}">
      <dsp:nvSpPr>
        <dsp:cNvPr id="0" name=""/>
        <dsp:cNvSpPr/>
      </dsp:nvSpPr>
      <dsp:spPr>
        <a:xfrm>
          <a:off x="0" y="833152"/>
          <a:ext cx="5750920" cy="1221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CA" sz="2800" kern="1200" dirty="0"/>
            <a:t>Ejecución a medida que ingresa código y presiona Enter.</a:t>
          </a:r>
          <a:endParaRPr lang="en-US" sz="2800" kern="1200" dirty="0"/>
        </a:p>
      </dsp:txBody>
      <dsp:txXfrm>
        <a:off x="0" y="833152"/>
        <a:ext cx="5750920" cy="1221173"/>
      </dsp:txXfrm>
    </dsp:sp>
    <dsp:sp modelId="{36D5C27A-0570-49F7-B839-331205C2A63D}">
      <dsp:nvSpPr>
        <dsp:cNvPr id="0" name=""/>
        <dsp:cNvSpPr/>
      </dsp:nvSpPr>
      <dsp:spPr>
        <a:xfrm>
          <a:off x="0" y="2054325"/>
          <a:ext cx="57509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DA1890-AC3E-4E8D-B38C-604B1C2E382A}">
      <dsp:nvSpPr>
        <dsp:cNvPr id="0" name=""/>
        <dsp:cNvSpPr/>
      </dsp:nvSpPr>
      <dsp:spPr>
        <a:xfrm>
          <a:off x="0" y="2054325"/>
          <a:ext cx="5750920" cy="8127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CA" sz="3200" kern="1200" dirty="0"/>
            <a:t>Respuesta inmediata línea por línea</a:t>
          </a:r>
          <a:r>
            <a:rPr lang="en-CA" sz="2800" kern="1200" dirty="0"/>
            <a:t>.</a:t>
          </a:r>
          <a:endParaRPr lang="en-US" sz="2800" kern="1200" dirty="0"/>
        </a:p>
      </dsp:txBody>
      <dsp:txXfrm>
        <a:off x="0" y="2054325"/>
        <a:ext cx="5750920" cy="812776"/>
      </dsp:txXfrm>
    </dsp:sp>
    <dsp:sp modelId="{58996D5E-2D6E-459B-985B-3169FF2E7078}">
      <dsp:nvSpPr>
        <dsp:cNvPr id="0" name=""/>
        <dsp:cNvSpPr/>
      </dsp:nvSpPr>
      <dsp:spPr>
        <a:xfrm>
          <a:off x="0" y="2867102"/>
          <a:ext cx="57509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CF9693-1B56-44C7-8C22-E69B83792EEC}">
      <dsp:nvSpPr>
        <dsp:cNvPr id="0" name=""/>
        <dsp:cNvSpPr/>
      </dsp:nvSpPr>
      <dsp:spPr>
        <a:xfrm>
          <a:off x="0" y="2867102"/>
          <a:ext cx="5750920" cy="1557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CA" sz="2800" kern="1200" dirty="0"/>
            <a:t>También puede escribir métodos completos primero y luego ejecutarlos.</a:t>
          </a:r>
          <a:endParaRPr lang="en-US" sz="2800" kern="1200" dirty="0"/>
        </a:p>
      </dsp:txBody>
      <dsp:txXfrm>
        <a:off x="0" y="2867102"/>
        <a:ext cx="5750920" cy="1557102"/>
      </dsp:txXfrm>
    </dsp:sp>
    <dsp:sp modelId="{B0835B5C-2AD9-41CA-AEAA-235B67E3C1D2}">
      <dsp:nvSpPr>
        <dsp:cNvPr id="0" name=""/>
        <dsp:cNvSpPr/>
      </dsp:nvSpPr>
      <dsp:spPr>
        <a:xfrm>
          <a:off x="0" y="4424205"/>
          <a:ext cx="57509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A67E0F-239A-45A6-8D86-F420ACBF7F72}">
      <dsp:nvSpPr>
        <dsp:cNvPr id="0" name=""/>
        <dsp:cNvSpPr/>
      </dsp:nvSpPr>
      <dsp:spPr>
        <a:xfrm>
          <a:off x="0" y="4424205"/>
          <a:ext cx="5750920" cy="1557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CA" sz="3200" kern="1200" dirty="0"/>
            <a:t>Ideal para enseñar Java una línea a la </a:t>
          </a:r>
          <a:r>
            <a:rPr lang="en-CA" sz="2800" kern="1200" dirty="0"/>
            <a:t>vez</a:t>
          </a:r>
          <a:r>
            <a:rPr lang="en-CA" sz="3200" kern="1200" dirty="0"/>
            <a:t>.</a:t>
          </a:r>
          <a:endParaRPr lang="en-US" sz="3200" kern="1200" dirty="0"/>
        </a:p>
      </dsp:txBody>
      <dsp:txXfrm>
        <a:off x="0" y="4424205"/>
        <a:ext cx="5750920" cy="1557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8D312A-669E-4A52-9482-5ACC707CF812}">
      <dsp:nvSpPr>
        <dsp:cNvPr id="0" name=""/>
        <dsp:cNvSpPr/>
      </dsp:nvSpPr>
      <dsp:spPr>
        <a:xfrm rot="5400000">
          <a:off x="6589693" y="-2661723"/>
          <a:ext cx="1121829" cy="6729984"/>
        </a:xfrm>
        <a:prstGeom prst="round2SameRect">
          <a:avLst/>
        </a:prstGeom>
        <a:solidFill>
          <a:srgbClr val="F49201">
            <a:alpha val="25000"/>
          </a:srgb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85750" lvl="1" indent="-285750" algn="l" defTabSz="1377950">
            <a:lnSpc>
              <a:spcPct val="90000"/>
            </a:lnSpc>
            <a:spcBef>
              <a:spcPct val="0"/>
            </a:spcBef>
            <a:spcAft>
              <a:spcPct val="15000"/>
            </a:spcAft>
            <a:buChar char="•"/>
          </a:pPr>
          <a:r>
            <a:rPr lang="en-CA" sz="3100" kern="1200" dirty="0" err="1">
              <a:latin typeface="Consolas" panose="020B0609020204030204" pitchFamily="49" charset="0"/>
            </a:rPr>
            <a:t>MyClass</a:t>
          </a:r>
          <a:r>
            <a:rPr lang="en-CA" sz="3100" kern="1200" dirty="0">
              <a:latin typeface="Consolas" panose="020B0609020204030204" pitchFamily="49" charset="0"/>
            </a:rPr>
            <a:t> m = new </a:t>
          </a:r>
          <a:r>
            <a:rPr lang="en-CA" sz="3100" kern="1200" dirty="0" err="1">
              <a:latin typeface="Consolas" panose="020B0609020204030204" pitchFamily="49" charset="0"/>
            </a:rPr>
            <a:t>MyClass</a:t>
          </a:r>
          <a:r>
            <a:rPr lang="en-CA" sz="3100" kern="1200" dirty="0">
              <a:latin typeface="Consolas" panose="020B0609020204030204" pitchFamily="49" charset="0"/>
            </a:rPr>
            <a:t>();</a:t>
          </a:r>
          <a:endParaRPr lang="en-US" sz="3100" kern="1200" dirty="0">
            <a:latin typeface="Consolas" panose="020B0609020204030204" pitchFamily="49" charset="0"/>
          </a:endParaRPr>
        </a:p>
      </dsp:txBody>
      <dsp:txXfrm rot="-5400000">
        <a:off x="3785616" y="197117"/>
        <a:ext cx="6675221" cy="1012303"/>
      </dsp:txXfrm>
    </dsp:sp>
    <dsp:sp modelId="{71970499-935C-43B4-8D3B-145588179C77}">
      <dsp:nvSpPr>
        <dsp:cNvPr id="0" name=""/>
        <dsp:cNvSpPr/>
      </dsp:nvSpPr>
      <dsp:spPr>
        <a:xfrm>
          <a:off x="0" y="2124"/>
          <a:ext cx="3785616" cy="1402286"/>
        </a:xfrm>
        <a:prstGeom prst="roundRect">
          <a:avLst/>
        </a:prstGeom>
        <a:solidFill>
          <a:srgbClr val="F4920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CA" sz="2700" kern="1200"/>
            <a:t>Se acabó:</a:t>
          </a:r>
          <a:endParaRPr lang="en-US" sz="2700" kern="1200"/>
        </a:p>
      </dsp:txBody>
      <dsp:txXfrm>
        <a:off x="68454" y="70578"/>
        <a:ext cx="3648708" cy="1265378"/>
      </dsp:txXfrm>
    </dsp:sp>
    <dsp:sp modelId="{8ACBA34C-C477-469C-9017-B50B8874BDDD}">
      <dsp:nvSpPr>
        <dsp:cNvPr id="0" name=""/>
        <dsp:cNvSpPr/>
      </dsp:nvSpPr>
      <dsp:spPr>
        <a:xfrm rot="5400000">
          <a:off x="6589693" y="-1189323"/>
          <a:ext cx="1121829" cy="6729984"/>
        </a:xfrm>
        <a:prstGeom prst="round2SameRect">
          <a:avLst/>
        </a:prstGeom>
        <a:solidFill>
          <a:srgbClr val="F49201">
            <a:alpha val="25000"/>
          </a:srgb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85750" lvl="1" indent="-285750" algn="l" defTabSz="1377950">
            <a:lnSpc>
              <a:spcPct val="90000"/>
            </a:lnSpc>
            <a:spcBef>
              <a:spcPct val="0"/>
            </a:spcBef>
            <a:spcAft>
              <a:spcPct val="15000"/>
            </a:spcAft>
            <a:buChar char="•"/>
          </a:pPr>
          <a:r>
            <a:rPr lang="en-CA" sz="3100" kern="1200" dirty="0">
              <a:latin typeface="Consolas" panose="020B0609020204030204" pitchFamily="49" charset="0"/>
            </a:rPr>
            <a:t>var m = new </a:t>
          </a:r>
          <a:r>
            <a:rPr lang="en-CA" sz="3100" kern="1200" dirty="0" err="1">
              <a:latin typeface="Consolas" panose="020B0609020204030204" pitchFamily="49" charset="0"/>
            </a:rPr>
            <a:t>MyClass</a:t>
          </a:r>
          <a:r>
            <a:rPr lang="en-CA" sz="3100" kern="1200" dirty="0">
              <a:latin typeface="Consolas" panose="020B0609020204030204" pitchFamily="49" charset="0"/>
            </a:rPr>
            <a:t>();</a:t>
          </a:r>
          <a:endParaRPr lang="en-US" sz="3100" kern="1200" dirty="0">
            <a:latin typeface="Consolas" panose="020B0609020204030204" pitchFamily="49" charset="0"/>
          </a:endParaRPr>
        </a:p>
      </dsp:txBody>
      <dsp:txXfrm rot="-5400000">
        <a:off x="3785616" y="1669517"/>
        <a:ext cx="6675221" cy="1012303"/>
      </dsp:txXfrm>
    </dsp:sp>
    <dsp:sp modelId="{F9358187-C30A-4E00-BE99-C8F4F50F694F}">
      <dsp:nvSpPr>
        <dsp:cNvPr id="0" name=""/>
        <dsp:cNvSpPr/>
      </dsp:nvSpPr>
      <dsp:spPr>
        <a:xfrm>
          <a:off x="0" y="1474525"/>
          <a:ext cx="3785616" cy="1402286"/>
        </a:xfrm>
        <a:prstGeom prst="roundRect">
          <a:avLst/>
        </a:prstGeom>
        <a:solidFill>
          <a:srgbClr val="F49201">
            <a:alpha val="91000"/>
          </a:srgbClr>
        </a:solidFill>
        <a:ln w="12700" cap="flat" cmpd="sng" algn="ctr">
          <a:solidFill>
            <a:schemeClr val="lt1">
              <a:hueOff val="0"/>
              <a:satOff val="0"/>
              <a:lum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CA" sz="2700" kern="1200"/>
            <a:t>Ahora se convierte en:</a:t>
          </a:r>
          <a:endParaRPr lang="en-US" sz="2700" kern="1200"/>
        </a:p>
      </dsp:txBody>
      <dsp:txXfrm>
        <a:off x="68454" y="1542979"/>
        <a:ext cx="3648708" cy="1265378"/>
      </dsp:txXfrm>
    </dsp:sp>
    <dsp:sp modelId="{722392FA-5864-49F2-8CA2-52B5AA699977}">
      <dsp:nvSpPr>
        <dsp:cNvPr id="0" name=""/>
        <dsp:cNvSpPr/>
      </dsp:nvSpPr>
      <dsp:spPr>
        <a:xfrm rot="5400000">
          <a:off x="6589693" y="283077"/>
          <a:ext cx="1121829" cy="6729984"/>
        </a:xfrm>
        <a:prstGeom prst="round2SameRect">
          <a:avLst/>
        </a:prstGeom>
        <a:solidFill>
          <a:srgbClr val="F49201">
            <a:alpha val="25000"/>
          </a:srgb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85750" lvl="1" indent="-285750" algn="l" defTabSz="1377950">
            <a:lnSpc>
              <a:spcPct val="90000"/>
            </a:lnSpc>
            <a:spcBef>
              <a:spcPct val="0"/>
            </a:spcBef>
            <a:spcAft>
              <a:spcPct val="15000"/>
            </a:spcAft>
            <a:buChar char="•"/>
          </a:pPr>
          <a:r>
            <a:rPr lang="en-CA" sz="3100" kern="1200" dirty="0"/>
            <a:t>Reducirá la aparición de la temida </a:t>
          </a:r>
          <a:r>
            <a:rPr lang="en-CA" sz="3100" kern="1200" dirty="0" err="1"/>
            <a:t>NullPointerException</a:t>
          </a:r>
          <a:endParaRPr lang="en-US" sz="3100" kern="1200" dirty="0"/>
        </a:p>
      </dsp:txBody>
      <dsp:txXfrm rot="-5400000">
        <a:off x="3785616" y="3141918"/>
        <a:ext cx="6675221" cy="1012303"/>
      </dsp:txXfrm>
    </dsp:sp>
    <dsp:sp modelId="{3F849B3B-BC95-4AEC-805B-2D47FE3455F6}">
      <dsp:nvSpPr>
        <dsp:cNvPr id="0" name=""/>
        <dsp:cNvSpPr/>
      </dsp:nvSpPr>
      <dsp:spPr>
        <a:xfrm>
          <a:off x="0" y="2946926"/>
          <a:ext cx="3785616" cy="1402286"/>
        </a:xfrm>
        <a:prstGeom prst="roundRect">
          <a:avLst/>
        </a:prstGeom>
        <a:solidFill>
          <a:srgbClr val="F49201">
            <a:alpha val="74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CA" sz="2700" kern="1200"/>
            <a:t>Fomenta la creación de objetos únicamente con inicialización</a:t>
          </a:r>
          <a:endParaRPr lang="en-US" sz="2700" kern="1200"/>
        </a:p>
      </dsp:txBody>
      <dsp:txXfrm>
        <a:off x="68454" y="3015380"/>
        <a:ext cx="3648708" cy="12653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7FC29-FD6A-4EF9-8406-E22ED5426BF2}">
      <dsp:nvSpPr>
        <dsp:cNvPr id="0" name=""/>
        <dsp:cNvSpPr/>
      </dsp:nvSpPr>
      <dsp:spPr>
        <a:xfrm>
          <a:off x="0" y="4038900"/>
          <a:ext cx="5659676" cy="1857842"/>
        </a:xfrm>
        <a:prstGeom prst="rect">
          <a:avLst/>
        </a:prstGeom>
        <a:solidFill>
          <a:srgbClr val="F49201">
            <a:alpha val="76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CA" sz="2800" kern="1200" dirty="0"/>
            <a:t>¿A quién no le gusta escribir tres comillas seguidas? </a:t>
          </a:r>
          <a:endParaRPr lang="en-US" sz="2800" kern="1200" dirty="0"/>
        </a:p>
      </dsp:txBody>
      <dsp:txXfrm>
        <a:off x="0" y="4038900"/>
        <a:ext cx="5659676" cy="1003234"/>
      </dsp:txXfrm>
    </dsp:sp>
    <dsp:sp modelId="{31346748-F94C-486A-94BD-7921D3DB8999}">
      <dsp:nvSpPr>
        <dsp:cNvPr id="0" name=""/>
        <dsp:cNvSpPr/>
      </dsp:nvSpPr>
      <dsp:spPr>
        <a:xfrm>
          <a:off x="0" y="5286827"/>
          <a:ext cx="2829838" cy="609915"/>
        </a:xfrm>
        <a:prstGeom prst="rect">
          <a:avLst/>
        </a:prstGeom>
        <a:solidFill>
          <a:schemeClr val="bg1">
            <a:lumMod val="75000"/>
            <a:alpha val="79000"/>
          </a:schemeClr>
        </a:solidFill>
        <a:ln w="12700" cap="flat" cmpd="sng" algn="ctr">
          <a:solidFill>
            <a:schemeClr val="accent2">
              <a:tint val="40000"/>
              <a:hueOff val="0"/>
              <a:satOff val="0"/>
              <a:lum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45720" rIns="256032" bIns="45720" numCol="1" spcCol="1270" anchor="ctr" anchorCtr="0">
          <a:noAutofit/>
        </a:bodyPr>
        <a:lstStyle/>
        <a:p>
          <a:pPr marL="0" lvl="0" indent="0" algn="ctr" defTabSz="1600200">
            <a:lnSpc>
              <a:spcPct val="90000"/>
            </a:lnSpc>
            <a:spcBef>
              <a:spcPct val="0"/>
            </a:spcBef>
            <a:spcAft>
              <a:spcPct val="35000"/>
            </a:spcAft>
            <a:buNone/>
          </a:pPr>
          <a:r>
            <a:rPr lang="en-CA" sz="3600" kern="1200"/>
            <a:t>"""</a:t>
          </a:r>
          <a:endParaRPr lang="en-US" sz="3600" kern="1200"/>
        </a:p>
      </dsp:txBody>
      <dsp:txXfrm>
        <a:off x="0" y="5286827"/>
        <a:ext cx="2829838" cy="609915"/>
      </dsp:txXfrm>
    </dsp:sp>
    <dsp:sp modelId="{9F4DAD46-6F39-46C2-90A1-9D1DDB2B2C07}">
      <dsp:nvSpPr>
        <dsp:cNvPr id="0" name=""/>
        <dsp:cNvSpPr/>
      </dsp:nvSpPr>
      <dsp:spPr>
        <a:xfrm>
          <a:off x="2829837" y="5286827"/>
          <a:ext cx="2829838" cy="609915"/>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45720" rIns="256032" bIns="45720" numCol="1" spcCol="1270" anchor="ctr" anchorCtr="0">
          <a:noAutofit/>
        </a:bodyPr>
        <a:lstStyle/>
        <a:p>
          <a:pPr marL="0" lvl="0" indent="0" algn="ctr" defTabSz="1600200">
            <a:lnSpc>
              <a:spcPct val="90000"/>
            </a:lnSpc>
            <a:spcBef>
              <a:spcPct val="0"/>
            </a:spcBef>
            <a:spcAft>
              <a:spcPct val="35000"/>
            </a:spcAft>
            <a:buNone/>
          </a:pPr>
          <a:r>
            <a:rPr lang="en-CA" sz="3600" kern="1200"/>
            <a:t>"""</a:t>
          </a:r>
          <a:endParaRPr lang="en-US" sz="3600" kern="1200"/>
        </a:p>
      </dsp:txBody>
      <dsp:txXfrm>
        <a:off x="2829837" y="5286827"/>
        <a:ext cx="2829838" cy="609915"/>
      </dsp:txXfrm>
    </dsp:sp>
    <dsp:sp modelId="{784AEC82-14C5-499A-AD4A-7FFD0D76D638}">
      <dsp:nvSpPr>
        <dsp:cNvPr id="0" name=""/>
        <dsp:cNvSpPr/>
      </dsp:nvSpPr>
      <dsp:spPr>
        <a:xfrm rot="10800000">
          <a:off x="0" y="2136237"/>
          <a:ext cx="5659676" cy="2039239"/>
        </a:xfrm>
        <a:prstGeom prst="upArrowCallout">
          <a:avLst/>
        </a:prstGeom>
        <a:solidFill>
          <a:srgbClr val="F49201">
            <a:alpha val="79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CA" sz="2800" kern="1200" dirty="0"/>
            <a:t>Especialmente útil para Strings que contienen HTML, XML y JSON</a:t>
          </a:r>
          <a:endParaRPr lang="en-US" sz="2800" kern="1200" dirty="0"/>
        </a:p>
      </dsp:txBody>
      <dsp:txXfrm rot="10800000">
        <a:off x="0" y="2136237"/>
        <a:ext cx="5659676" cy="1325036"/>
      </dsp:txXfrm>
    </dsp:sp>
    <dsp:sp modelId="{D851ACAB-2DF2-4910-9018-5DF2AE632E9A}">
      <dsp:nvSpPr>
        <dsp:cNvPr id="0" name=""/>
        <dsp:cNvSpPr/>
      </dsp:nvSpPr>
      <dsp:spPr>
        <a:xfrm rot="10800000">
          <a:off x="0" y="254433"/>
          <a:ext cx="5659676" cy="2039239"/>
        </a:xfrm>
        <a:prstGeom prst="upArrowCallout">
          <a:avLst/>
        </a:prstGeom>
        <a:solidFill>
          <a:srgbClr val="F4920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CA" sz="2800" kern="1200" dirty="0"/>
            <a:t>Finalmente, lo que ingresa en su código fuente es lo que obtiene</a:t>
          </a:r>
          <a:endParaRPr lang="en-US" sz="2800" kern="1200" dirty="0"/>
        </a:p>
      </dsp:txBody>
      <dsp:txXfrm rot="10800000">
        <a:off x="0" y="254433"/>
        <a:ext cx="5659676" cy="132503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F092E0-A577-4582-AF3F-286D4C3E1973}">
      <dsp:nvSpPr>
        <dsp:cNvPr id="0" name=""/>
        <dsp:cNvSpPr/>
      </dsp:nvSpPr>
      <dsp:spPr>
        <a:xfrm>
          <a:off x="0" y="479709"/>
          <a:ext cx="10515600" cy="671580"/>
        </a:xfrm>
        <a:prstGeom prst="roundRect">
          <a:avLst/>
        </a:prstGeom>
        <a:solidFill>
          <a:schemeClr val="tx1">
            <a:alpha val="1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CA" sz="2800" kern="1200" dirty="0"/>
            <a:t>Un switch que se puede explicar con sentido</a:t>
          </a:r>
          <a:endParaRPr lang="en-US" sz="2800" kern="1200" dirty="0"/>
        </a:p>
      </dsp:txBody>
      <dsp:txXfrm>
        <a:off x="32784" y="512493"/>
        <a:ext cx="10450032" cy="606012"/>
      </dsp:txXfrm>
    </dsp:sp>
    <dsp:sp modelId="{E68A6661-D918-4E58-AA9B-2BFDD66D9D82}">
      <dsp:nvSpPr>
        <dsp:cNvPr id="0" name=""/>
        <dsp:cNvSpPr/>
      </dsp:nvSpPr>
      <dsp:spPr>
        <a:xfrm>
          <a:off x="0" y="1231929"/>
          <a:ext cx="10515600" cy="671580"/>
        </a:xfrm>
        <a:prstGeom prst="roundRect">
          <a:avLst/>
        </a:prstGeom>
        <a:solidFill>
          <a:schemeClr val="tx1">
            <a:alpha val="19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CA" sz="2800" kern="1200"/>
            <a:t>Reducción de la duplicación de código al usarse para asignar un valor</a:t>
          </a:r>
          <a:endParaRPr lang="en-US" sz="2800" kern="1200" dirty="0"/>
        </a:p>
      </dsp:txBody>
      <dsp:txXfrm>
        <a:off x="32784" y="1264713"/>
        <a:ext cx="10450032" cy="606012"/>
      </dsp:txXfrm>
    </dsp:sp>
    <dsp:sp modelId="{AE965355-D615-4629-9C53-E65C57783938}">
      <dsp:nvSpPr>
        <dsp:cNvPr id="0" name=""/>
        <dsp:cNvSpPr/>
      </dsp:nvSpPr>
      <dsp:spPr>
        <a:xfrm>
          <a:off x="0" y="1984149"/>
          <a:ext cx="10515600" cy="671580"/>
        </a:xfrm>
        <a:prstGeom prst="roundRect">
          <a:avLst/>
        </a:prstGeom>
        <a:solidFill>
          <a:schemeClr val="tx1">
            <a:alpha val="3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CA" sz="2800" kern="1200" dirty="0"/>
            <a:t>Expresiones switch o reglas switch</a:t>
          </a:r>
          <a:endParaRPr lang="en-US" sz="2800" kern="1200" dirty="0"/>
        </a:p>
      </dsp:txBody>
      <dsp:txXfrm>
        <a:off x="32784" y="2016933"/>
        <a:ext cx="10450032" cy="606012"/>
      </dsp:txXfrm>
    </dsp:sp>
    <dsp:sp modelId="{384EB765-24AD-4F55-9689-8A11D58FCF45}">
      <dsp:nvSpPr>
        <dsp:cNvPr id="0" name=""/>
        <dsp:cNvSpPr/>
      </dsp:nvSpPr>
      <dsp:spPr>
        <a:xfrm>
          <a:off x="0" y="2736369"/>
          <a:ext cx="10515600" cy="671580"/>
        </a:xfrm>
        <a:prstGeom prst="roundRect">
          <a:avLst/>
        </a:prstGeom>
        <a:solidFill>
          <a:schemeClr val="tx1">
            <a:alpha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CA" sz="2800" kern="1200" dirty="0"/>
            <a:t>El fin del break: ¡todos los casos terminan!</a:t>
          </a:r>
          <a:endParaRPr lang="en-US" sz="2800" kern="1200" dirty="0"/>
        </a:p>
      </dsp:txBody>
      <dsp:txXfrm>
        <a:off x="32784" y="2769153"/>
        <a:ext cx="10450032" cy="606012"/>
      </dsp:txXfrm>
    </dsp:sp>
    <dsp:sp modelId="{55F8CFAC-21D8-4BA1-B343-0F74F1DEB792}">
      <dsp:nvSpPr>
        <dsp:cNvPr id="0" name=""/>
        <dsp:cNvSpPr/>
      </dsp:nvSpPr>
      <dsp:spPr>
        <a:xfrm>
          <a:off x="0" y="3407949"/>
          <a:ext cx="10515600"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5560" rIns="199136" bIns="35560" numCol="1" spcCol="1270" anchor="t" anchorCtr="0">
          <a:noAutofit/>
        </a:bodyPr>
        <a:lstStyle/>
        <a:p>
          <a:pPr marL="228600" lvl="1" indent="-228600" algn="l" defTabSz="977900">
            <a:lnSpc>
              <a:spcPct val="90000"/>
            </a:lnSpc>
            <a:spcBef>
              <a:spcPct val="0"/>
            </a:spcBef>
            <a:spcAft>
              <a:spcPct val="20000"/>
            </a:spcAft>
            <a:buChar char="•"/>
          </a:pPr>
          <a:endParaRPr lang="en-US" sz="2200" kern="1200" dirty="0"/>
        </a:p>
      </dsp:txBody>
      <dsp:txXfrm>
        <a:off x="0" y="3407949"/>
        <a:ext cx="10515600" cy="4636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3EFBF6-EB1F-4624-AC4F-2B47AAAB64F6}">
      <dsp:nvSpPr>
        <dsp:cNvPr id="0" name=""/>
        <dsp:cNvSpPr/>
      </dsp:nvSpPr>
      <dsp:spPr>
        <a:xfrm>
          <a:off x="0" y="0"/>
          <a:ext cx="6263640" cy="625911"/>
        </a:xfrm>
        <a:prstGeom prst="roundRect">
          <a:avLst/>
        </a:prstGeom>
        <a:solidFill>
          <a:srgbClr val="F4920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100000"/>
            </a:lnSpc>
            <a:spcBef>
              <a:spcPct val="0"/>
            </a:spcBef>
            <a:spcAft>
              <a:spcPct val="35000"/>
            </a:spcAft>
            <a:buNone/>
          </a:pPr>
          <a:r>
            <a:rPr lang="en-CA" sz="1900" kern="1200" dirty="0"/>
            <a:t>Los objetos de datos son conocidos por su código repetitivo:</a:t>
          </a:r>
          <a:endParaRPr lang="en-US" sz="1900" kern="1200" dirty="0"/>
        </a:p>
      </dsp:txBody>
      <dsp:txXfrm>
        <a:off x="30554" y="30554"/>
        <a:ext cx="6202532" cy="564803"/>
      </dsp:txXfrm>
    </dsp:sp>
    <dsp:sp modelId="{7F976C01-1A8E-42B0-90A8-C9EF38168BFF}">
      <dsp:nvSpPr>
        <dsp:cNvPr id="0" name=""/>
        <dsp:cNvSpPr/>
      </dsp:nvSpPr>
      <dsp:spPr>
        <a:xfrm>
          <a:off x="0" y="820726"/>
          <a:ext cx="6263640" cy="877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71" tIns="33020" rIns="184912" bIns="33020" numCol="1" spcCol="1270" anchor="t" anchorCtr="0">
          <a:noAutofit/>
        </a:bodyPr>
        <a:lstStyle/>
        <a:p>
          <a:pPr marL="228600" lvl="1" indent="-228600" algn="l" defTabSz="1155700">
            <a:lnSpc>
              <a:spcPct val="100000"/>
            </a:lnSpc>
            <a:spcBef>
              <a:spcPct val="0"/>
            </a:spcBef>
            <a:spcAft>
              <a:spcPct val="20000"/>
            </a:spcAft>
            <a:buChar char="•"/>
          </a:pPr>
          <a:r>
            <a:rPr lang="en-CA" sz="2600" kern="1200" dirty="0"/>
            <a:t>Constructores de inicialización, setters, getters, equals, </a:t>
          </a:r>
          <a:r>
            <a:rPr lang="en-CA" sz="2600" kern="1200" dirty="0" err="1"/>
            <a:t>hashCode</a:t>
          </a:r>
          <a:r>
            <a:rPr lang="en-CA" sz="2600" kern="1200" dirty="0"/>
            <a:t>, y </a:t>
          </a:r>
          <a:r>
            <a:rPr lang="en-CA" sz="2600" kern="1200" dirty="0" err="1"/>
            <a:t>toString</a:t>
          </a:r>
          <a:endParaRPr lang="en-US" sz="2600" kern="1200" dirty="0"/>
        </a:p>
      </dsp:txBody>
      <dsp:txXfrm>
        <a:off x="0" y="820726"/>
        <a:ext cx="6263640" cy="877680"/>
      </dsp:txXfrm>
    </dsp:sp>
    <dsp:sp modelId="{86BD0C2D-08A5-424B-86E3-9A4832479032}">
      <dsp:nvSpPr>
        <dsp:cNvPr id="0" name=""/>
        <dsp:cNvSpPr/>
      </dsp:nvSpPr>
      <dsp:spPr>
        <a:xfrm>
          <a:off x="0" y="1708687"/>
          <a:ext cx="6263640" cy="849301"/>
        </a:xfrm>
        <a:prstGeom prst="roundRect">
          <a:avLst/>
        </a:prstGeom>
        <a:solidFill>
          <a:srgbClr val="F49201">
            <a:alpha val="9000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100000"/>
            </a:lnSpc>
            <a:spcBef>
              <a:spcPct val="0"/>
            </a:spcBef>
            <a:spcAft>
              <a:spcPct val="35000"/>
            </a:spcAft>
            <a:buNone/>
          </a:pPr>
          <a:r>
            <a:rPr lang="en-CA" sz="1900" kern="1200" dirty="0"/>
            <a:t>Al rescate llega el record inmutable</a:t>
          </a:r>
          <a:endParaRPr lang="en-US" sz="1900" kern="1200" dirty="0"/>
        </a:p>
      </dsp:txBody>
      <dsp:txXfrm>
        <a:off x="41459" y="1750146"/>
        <a:ext cx="6180722" cy="766383"/>
      </dsp:txXfrm>
    </dsp:sp>
    <dsp:sp modelId="{D29E8B74-D65E-4649-BC29-719C89E340C0}">
      <dsp:nvSpPr>
        <dsp:cNvPr id="0" name=""/>
        <dsp:cNvSpPr/>
      </dsp:nvSpPr>
      <dsp:spPr>
        <a:xfrm>
          <a:off x="0" y="2660882"/>
          <a:ext cx="6263640" cy="685117"/>
        </a:xfrm>
        <a:prstGeom prst="roundRect">
          <a:avLst/>
        </a:prstGeom>
        <a:solidFill>
          <a:srgbClr val="F49201">
            <a:alpha val="8000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100000"/>
            </a:lnSpc>
            <a:spcBef>
              <a:spcPct val="0"/>
            </a:spcBef>
            <a:spcAft>
              <a:spcPct val="35000"/>
            </a:spcAft>
            <a:buNone/>
          </a:pPr>
          <a:r>
            <a:rPr lang="en-CA" sz="1900" kern="1200"/>
            <a:t>Más que una simple simplificación de un bean</a:t>
          </a:r>
          <a:endParaRPr lang="en-US" sz="1900" kern="1200"/>
        </a:p>
      </dsp:txBody>
      <dsp:txXfrm>
        <a:off x="33445" y="2694327"/>
        <a:ext cx="6196750" cy="618227"/>
      </dsp:txXfrm>
    </dsp:sp>
    <dsp:sp modelId="{B718AD6F-98C8-46E1-B57F-CFF634528F64}">
      <dsp:nvSpPr>
        <dsp:cNvPr id="0" name=""/>
        <dsp:cNvSpPr/>
      </dsp:nvSpPr>
      <dsp:spPr>
        <a:xfrm>
          <a:off x="0" y="3454501"/>
          <a:ext cx="6263640" cy="1021006"/>
        </a:xfrm>
        <a:prstGeom prst="roundRect">
          <a:avLst/>
        </a:prstGeom>
        <a:solidFill>
          <a:srgbClr val="F49201">
            <a:alpha val="7000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100000"/>
            </a:lnSpc>
            <a:spcBef>
              <a:spcPct val="0"/>
            </a:spcBef>
            <a:spcAft>
              <a:spcPct val="35000"/>
            </a:spcAft>
            <a:buNone/>
          </a:pPr>
          <a:r>
            <a:rPr lang="en-CA" sz="1900" kern="1200" dirty="0"/>
            <a:t>Es el camino hacia objetos que son inmutables por defecto</a:t>
          </a:r>
          <a:endParaRPr lang="en-US" sz="1900" kern="1200" dirty="0"/>
        </a:p>
      </dsp:txBody>
      <dsp:txXfrm>
        <a:off x="49841" y="3504342"/>
        <a:ext cx="6163958" cy="921324"/>
      </dsp:txXfrm>
    </dsp:sp>
    <dsp:sp modelId="{9DAF1D9D-7B5B-4D7E-8B0F-579CA9D3302B}">
      <dsp:nvSpPr>
        <dsp:cNvPr id="0" name=""/>
        <dsp:cNvSpPr/>
      </dsp:nvSpPr>
      <dsp:spPr>
        <a:xfrm>
          <a:off x="0" y="4584152"/>
          <a:ext cx="6263640" cy="968795"/>
        </a:xfrm>
        <a:prstGeom prst="roundRect">
          <a:avLst/>
        </a:prstGeom>
        <a:solidFill>
          <a:srgbClr val="F49201">
            <a:alpha val="6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100000"/>
            </a:lnSpc>
            <a:spcBef>
              <a:spcPct val="0"/>
            </a:spcBef>
            <a:spcAft>
              <a:spcPct val="35000"/>
            </a:spcAft>
            <a:buNone/>
          </a:pPr>
          <a:r>
            <a:rPr lang="en-CA" sz="1900" kern="1200" dirty="0"/>
            <a:t>Y luego está el constructor compacto	</a:t>
          </a:r>
          <a:endParaRPr lang="en-US" sz="1900" kern="1200" dirty="0"/>
        </a:p>
      </dsp:txBody>
      <dsp:txXfrm>
        <a:off x="47293" y="4631445"/>
        <a:ext cx="6169054" cy="874209"/>
      </dsp:txXfrm>
    </dsp:sp>
    <dsp:sp modelId="{F1422EAC-B4C3-4523-A4E6-853A06F96262}">
      <dsp:nvSpPr>
        <dsp:cNvPr id="0" name=""/>
        <dsp:cNvSpPr/>
      </dsp:nvSpPr>
      <dsp:spPr>
        <a:xfrm>
          <a:off x="0" y="5735953"/>
          <a:ext cx="6263640" cy="877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71" tIns="33020" rIns="184912" bIns="33020" numCol="1" spcCol="1270" anchor="t" anchorCtr="0">
          <a:noAutofit/>
        </a:bodyPr>
        <a:lstStyle/>
        <a:p>
          <a:pPr marL="228600" lvl="1" indent="-228600" algn="l" defTabSz="1155700">
            <a:lnSpc>
              <a:spcPct val="100000"/>
            </a:lnSpc>
            <a:spcBef>
              <a:spcPct val="0"/>
            </a:spcBef>
            <a:spcAft>
              <a:spcPct val="20000"/>
            </a:spcAft>
            <a:buChar char="•"/>
          </a:pPr>
          <a:r>
            <a:rPr lang="en-CA" sz="2600" kern="1200" dirty="0"/>
            <a:t>Valida los valores iniciales sin necesidad de un constructor separado</a:t>
          </a:r>
          <a:endParaRPr lang="en-US" sz="2600" kern="1200" dirty="0"/>
        </a:p>
      </dsp:txBody>
      <dsp:txXfrm>
        <a:off x="0" y="5735953"/>
        <a:ext cx="6263640" cy="8776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E8C08-05E4-4866-B565-5CCF5B6B3F9D}">
      <dsp:nvSpPr>
        <dsp:cNvPr id="0" name=""/>
        <dsp:cNvSpPr/>
      </dsp:nvSpPr>
      <dsp:spPr>
        <a:xfrm rot="5400000">
          <a:off x="3231703" y="-1034922"/>
          <a:ext cx="1804757" cy="3890900"/>
        </a:xfrm>
        <a:prstGeom prst="round2SameRect">
          <a:avLst/>
        </a:prstGeom>
        <a:solidFill>
          <a:srgbClr val="007590">
            <a:alpha val="26000"/>
          </a:srgb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CA" sz="2400" kern="1200" dirty="0"/>
            <a:t>Poco que descargar</a:t>
          </a:r>
          <a:endParaRPr lang="en-US" sz="2400" kern="1200" dirty="0"/>
        </a:p>
        <a:p>
          <a:pPr marL="228600" lvl="1" indent="-228600" algn="l" defTabSz="1066800">
            <a:lnSpc>
              <a:spcPct val="90000"/>
            </a:lnSpc>
            <a:spcBef>
              <a:spcPct val="0"/>
            </a:spcBef>
            <a:spcAft>
              <a:spcPct val="15000"/>
            </a:spcAft>
            <a:buChar char="•"/>
          </a:pPr>
          <a:r>
            <a:rPr lang="en-CA" sz="2400" kern="1200" dirty="0"/>
            <a:t>Disponible en los navegadores de cada PC escolar</a:t>
          </a:r>
          <a:endParaRPr lang="en-US" sz="2400" kern="1200" dirty="0"/>
        </a:p>
      </dsp:txBody>
      <dsp:txXfrm rot="-5400000">
        <a:off x="2188632" y="96250"/>
        <a:ext cx="3802799" cy="1628555"/>
      </dsp:txXfrm>
    </dsp:sp>
    <dsp:sp modelId="{5540DFF0-C8BF-49C1-AA37-8643C006F6D4}">
      <dsp:nvSpPr>
        <dsp:cNvPr id="0" name=""/>
        <dsp:cNvSpPr/>
      </dsp:nvSpPr>
      <dsp:spPr>
        <a:xfrm>
          <a:off x="0" y="629"/>
          <a:ext cx="2188631" cy="1819796"/>
        </a:xfrm>
        <a:prstGeom prst="roundRect">
          <a:avLst/>
        </a:prstGeom>
        <a:solidFill>
          <a:srgbClr val="00759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62865" rIns="125730" bIns="62865" numCol="1" spcCol="1270" anchor="ctr" anchorCtr="0">
          <a:noAutofit/>
        </a:bodyPr>
        <a:lstStyle/>
        <a:p>
          <a:pPr marL="0" lvl="0" indent="0" algn="ctr" defTabSz="1466850">
            <a:lnSpc>
              <a:spcPct val="90000"/>
            </a:lnSpc>
            <a:spcBef>
              <a:spcPct val="0"/>
            </a:spcBef>
            <a:spcAft>
              <a:spcPct val="35000"/>
            </a:spcAft>
            <a:buNone/>
          </a:pPr>
          <a:r>
            <a:rPr lang="en-CA" sz="3300" kern="1200"/>
            <a:t>JavaScript</a:t>
          </a:r>
          <a:endParaRPr lang="en-US" sz="3300" kern="1200"/>
        </a:p>
      </dsp:txBody>
      <dsp:txXfrm>
        <a:off x="88835" y="89464"/>
        <a:ext cx="2010961" cy="1642126"/>
      </dsp:txXfrm>
    </dsp:sp>
    <dsp:sp modelId="{F8E31C8E-EBAD-4EBC-BAF8-4E3A8CFDE4DD}">
      <dsp:nvSpPr>
        <dsp:cNvPr id="0" name=""/>
        <dsp:cNvSpPr/>
      </dsp:nvSpPr>
      <dsp:spPr>
        <a:xfrm rot="5400000">
          <a:off x="2765430" y="1332479"/>
          <a:ext cx="2729228" cy="3887100"/>
        </a:xfrm>
        <a:prstGeom prst="round2SameRect">
          <a:avLst/>
        </a:prstGeom>
        <a:solidFill>
          <a:srgbClr val="F49201">
            <a:alpha val="20000"/>
          </a:srgbClr>
        </a:solidFill>
        <a:ln w="12700" cap="flat" cmpd="sng" algn="ctr">
          <a:solidFill>
            <a:schemeClr val="accent5">
              <a:tint val="40000"/>
              <a:alpha val="90000"/>
              <a:hueOff val="-6739761"/>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CA" sz="2400" kern="1200" dirty="0"/>
            <a:t>Asociado con las dos grandes tendencias:</a:t>
          </a:r>
          <a:endParaRPr lang="en-US" sz="2400" kern="1200" dirty="0"/>
        </a:p>
        <a:p>
          <a:pPr marL="457200" lvl="2" indent="-228600" algn="l" defTabSz="1066800">
            <a:lnSpc>
              <a:spcPct val="90000"/>
            </a:lnSpc>
            <a:spcBef>
              <a:spcPct val="0"/>
            </a:spcBef>
            <a:spcAft>
              <a:spcPct val="15000"/>
            </a:spcAft>
            <a:buChar char="•"/>
          </a:pPr>
          <a:r>
            <a:rPr lang="en-CA" sz="2400" kern="1200" dirty="0"/>
            <a:t>Big Data</a:t>
          </a:r>
          <a:endParaRPr lang="en-US" sz="2400" kern="1200" dirty="0"/>
        </a:p>
        <a:p>
          <a:pPr marL="457200" lvl="2" indent="-228600" algn="l" defTabSz="1066800">
            <a:lnSpc>
              <a:spcPct val="90000"/>
            </a:lnSpc>
            <a:spcBef>
              <a:spcPct val="0"/>
            </a:spcBef>
            <a:spcAft>
              <a:spcPct val="15000"/>
            </a:spcAft>
            <a:buChar char="•"/>
          </a:pPr>
          <a:r>
            <a:rPr lang="en-CA" sz="2400" kern="1200" dirty="0"/>
            <a:t>AI/ML</a:t>
          </a:r>
          <a:endParaRPr lang="en-US" sz="2400" kern="1200" dirty="0"/>
        </a:p>
        <a:p>
          <a:pPr marL="228600" lvl="1" indent="-228600" algn="l" defTabSz="1066800">
            <a:lnSpc>
              <a:spcPct val="90000"/>
            </a:lnSpc>
            <a:spcBef>
              <a:spcPct val="0"/>
            </a:spcBef>
            <a:spcAft>
              <a:spcPct val="15000"/>
            </a:spcAft>
            <a:buChar char="•"/>
          </a:pPr>
          <a:r>
            <a:rPr lang="en-CA" sz="2400" kern="1200" dirty="0"/>
            <a:t>El notebook </a:t>
          </a:r>
          <a:r>
            <a:rPr lang="en-CA" sz="2400" kern="1200" dirty="0" err="1"/>
            <a:t>Jupyter</a:t>
          </a:r>
          <a:r>
            <a:rPr lang="en-CA" sz="2400" kern="1200" dirty="0"/>
            <a:t> en línea es popular</a:t>
          </a:r>
          <a:endParaRPr lang="en-US" sz="2400" kern="1200" dirty="0"/>
        </a:p>
      </dsp:txBody>
      <dsp:txXfrm rot="-5400000">
        <a:off x="2186494" y="2044645"/>
        <a:ext cx="3753870" cy="2462768"/>
      </dsp:txXfrm>
    </dsp:sp>
    <dsp:sp modelId="{D178018A-A702-4ABC-9858-0CADB5C7D4BB}">
      <dsp:nvSpPr>
        <dsp:cNvPr id="0" name=""/>
        <dsp:cNvSpPr/>
      </dsp:nvSpPr>
      <dsp:spPr>
        <a:xfrm>
          <a:off x="0" y="2366131"/>
          <a:ext cx="2186494" cy="1819796"/>
        </a:xfrm>
        <a:prstGeom prst="roundRect">
          <a:avLst/>
        </a:prstGeom>
        <a:solidFill>
          <a:srgbClr val="F4920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62865" rIns="125730" bIns="62865" numCol="1" spcCol="1270" anchor="ctr" anchorCtr="0">
          <a:noAutofit/>
        </a:bodyPr>
        <a:lstStyle/>
        <a:p>
          <a:pPr marL="0" lvl="0" indent="0" algn="ctr" defTabSz="1466850">
            <a:lnSpc>
              <a:spcPct val="90000"/>
            </a:lnSpc>
            <a:spcBef>
              <a:spcPct val="0"/>
            </a:spcBef>
            <a:spcAft>
              <a:spcPct val="35000"/>
            </a:spcAft>
            <a:buNone/>
          </a:pPr>
          <a:r>
            <a:rPr lang="en-CA" sz="3300" kern="1200"/>
            <a:t>Python</a:t>
          </a:r>
          <a:endParaRPr lang="en-US" sz="3300" kern="1200"/>
        </a:p>
      </dsp:txBody>
      <dsp:txXfrm>
        <a:off x="88835" y="2454966"/>
        <a:ext cx="2008824" cy="164212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D93EE1-B33A-4D62-8197-1C72F709DBB0}">
      <dsp:nvSpPr>
        <dsp:cNvPr id="0" name=""/>
        <dsp:cNvSpPr/>
      </dsp:nvSpPr>
      <dsp:spPr>
        <a:xfrm>
          <a:off x="0" y="0"/>
          <a:ext cx="6263640" cy="1105650"/>
        </a:xfrm>
        <a:prstGeom prst="roundRect">
          <a:avLst/>
        </a:prstGeom>
        <a:solidFill>
          <a:srgbClr val="F4920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CA" sz="2800" kern="1200" dirty="0"/>
            <a:t>En las siguientes diapositivas está el mismo programa en Python y Java</a:t>
          </a:r>
          <a:endParaRPr lang="en-US" sz="2800" kern="1200" dirty="0"/>
        </a:p>
      </dsp:txBody>
      <dsp:txXfrm>
        <a:off x="53973" y="53973"/>
        <a:ext cx="6155694" cy="997704"/>
      </dsp:txXfrm>
    </dsp:sp>
    <dsp:sp modelId="{46B3FBB8-8273-4A16-B4AC-541339BBC3D2}">
      <dsp:nvSpPr>
        <dsp:cNvPr id="0" name=""/>
        <dsp:cNvSpPr/>
      </dsp:nvSpPr>
      <dsp:spPr>
        <a:xfrm>
          <a:off x="0" y="819758"/>
          <a:ext cx="6263640" cy="1105650"/>
        </a:xfrm>
        <a:prstGeom prst="roundRect">
          <a:avLst/>
        </a:prstGeom>
        <a:solidFill>
          <a:srgbClr val="F49201">
            <a:alpha val="73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CA" sz="2800" kern="1200" dirty="0"/>
            <a:t>Estos programas solicitan tres valores de punto flotante</a:t>
          </a:r>
          <a:endParaRPr lang="en-US" sz="2800" kern="1200" dirty="0"/>
        </a:p>
      </dsp:txBody>
      <dsp:txXfrm>
        <a:off x="53973" y="873731"/>
        <a:ext cx="6155694" cy="997704"/>
      </dsp:txXfrm>
    </dsp:sp>
    <dsp:sp modelId="{2681C59C-AFCA-46E9-A58A-96AA6AE351F9}">
      <dsp:nvSpPr>
        <dsp:cNvPr id="0" name=""/>
        <dsp:cNvSpPr/>
      </dsp:nvSpPr>
      <dsp:spPr>
        <a:xfrm>
          <a:off x="0" y="2337848"/>
          <a:ext cx="6263640" cy="2535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71"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CA" sz="2700" kern="1200" dirty="0"/>
            <a:t>La cantidad de dinero prestado, llamada el préstamo</a:t>
          </a:r>
          <a:endParaRPr lang="en-US" sz="2700" kern="1200" dirty="0"/>
        </a:p>
        <a:p>
          <a:pPr marL="228600" lvl="1" indent="-228600" algn="l" defTabSz="1200150">
            <a:lnSpc>
              <a:spcPct val="90000"/>
            </a:lnSpc>
            <a:spcBef>
              <a:spcPct val="0"/>
            </a:spcBef>
            <a:spcAft>
              <a:spcPct val="20000"/>
            </a:spcAft>
            <a:buChar char="•"/>
          </a:pPr>
          <a:r>
            <a:rPr lang="en-CA" sz="2700" kern="1200" dirty="0"/>
            <a:t>La tasa de interés anual (APR) sobre el dinero prestado</a:t>
          </a:r>
          <a:endParaRPr lang="en-US" sz="2700" kern="1200" dirty="0"/>
        </a:p>
        <a:p>
          <a:pPr marL="228600" lvl="1" indent="-228600" algn="l" defTabSz="1200150">
            <a:lnSpc>
              <a:spcPct val="90000"/>
            </a:lnSpc>
            <a:spcBef>
              <a:spcPct val="0"/>
            </a:spcBef>
            <a:spcAft>
              <a:spcPct val="20000"/>
            </a:spcAft>
            <a:buChar char="•"/>
          </a:pPr>
          <a:r>
            <a:rPr lang="en-CA" sz="2700" kern="1200" dirty="0"/>
            <a:t>La duración del préstamo expresada en meses, llamada el plazo</a:t>
          </a:r>
          <a:endParaRPr lang="en-US" sz="2700" kern="1200" dirty="0"/>
        </a:p>
      </dsp:txBody>
      <dsp:txXfrm>
        <a:off x="0" y="2337848"/>
        <a:ext cx="6263640" cy="2535750"/>
      </dsp:txXfrm>
    </dsp:sp>
    <dsp:sp modelId="{F60B8168-E54D-4DEB-BD1C-DDE6AD57CDBD}">
      <dsp:nvSpPr>
        <dsp:cNvPr id="0" name=""/>
        <dsp:cNvSpPr/>
      </dsp:nvSpPr>
      <dsp:spPr>
        <a:xfrm>
          <a:off x="0" y="4899347"/>
          <a:ext cx="6263640" cy="1105650"/>
        </a:xfrm>
        <a:prstGeom prst="roundRect">
          <a:avLst/>
        </a:prstGeom>
        <a:solidFill>
          <a:srgbClr val="F49201">
            <a:alpha val="59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CA" sz="2800" kern="1200" dirty="0"/>
            <a:t>A partir de estos valores, el programa calcula el pago mensual y lo muestra</a:t>
          </a:r>
          <a:endParaRPr lang="en-US" sz="2800" kern="1200" dirty="0"/>
        </a:p>
      </dsp:txBody>
      <dsp:txXfrm>
        <a:off x="53973" y="4953320"/>
        <a:ext cx="6155694" cy="99770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75BE4E-C09C-4DE8-80F3-6D83264158D1}">
      <dsp:nvSpPr>
        <dsp:cNvPr id="0" name=""/>
        <dsp:cNvSpPr/>
      </dsp:nvSpPr>
      <dsp:spPr>
        <a:xfrm>
          <a:off x="0" y="4952"/>
          <a:ext cx="6807333" cy="92566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6EEFB8-666E-433A-B2B0-E9F2FD532B1A}">
      <dsp:nvSpPr>
        <dsp:cNvPr id="0" name=""/>
        <dsp:cNvSpPr/>
      </dsp:nvSpPr>
      <dsp:spPr>
        <a:xfrm>
          <a:off x="280014" y="213227"/>
          <a:ext cx="509615" cy="50911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FB090B-9DF5-4709-BFCE-7674395FAC0A}">
      <dsp:nvSpPr>
        <dsp:cNvPr id="0" name=""/>
        <dsp:cNvSpPr/>
      </dsp:nvSpPr>
      <dsp:spPr>
        <a:xfrm>
          <a:off x="1069644" y="4952"/>
          <a:ext cx="5303327" cy="926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062" tIns="98062" rIns="98062" bIns="98062" numCol="1" spcCol="1270" anchor="ctr" anchorCtr="0">
          <a:noAutofit/>
        </a:bodyPr>
        <a:lstStyle/>
        <a:p>
          <a:pPr marL="0" lvl="0" indent="0" algn="l" defTabSz="1066800">
            <a:lnSpc>
              <a:spcPct val="90000"/>
            </a:lnSpc>
            <a:spcBef>
              <a:spcPct val="0"/>
            </a:spcBef>
            <a:spcAft>
              <a:spcPct val="35000"/>
            </a:spcAft>
            <a:buNone/>
          </a:pPr>
          <a:r>
            <a:rPr lang="en-CA" sz="2400" kern="1200" dirty="0"/>
            <a:t>Muchas instituciones financieras dependen de Java para ejecutar su backend</a:t>
          </a:r>
          <a:endParaRPr lang="en-US" sz="2400" kern="1200" dirty="0"/>
        </a:p>
      </dsp:txBody>
      <dsp:txXfrm>
        <a:off x="1069644" y="4952"/>
        <a:ext cx="5303327" cy="926572"/>
      </dsp:txXfrm>
    </dsp:sp>
    <dsp:sp modelId="{4B0F2DE8-1E66-4522-9AC1-6525221E0CE5}">
      <dsp:nvSpPr>
        <dsp:cNvPr id="0" name=""/>
        <dsp:cNvSpPr/>
      </dsp:nvSpPr>
      <dsp:spPr>
        <a:xfrm>
          <a:off x="0" y="1156149"/>
          <a:ext cx="6807333" cy="92566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076888-0AD7-4ECD-9992-9792AB50FDC7}">
      <dsp:nvSpPr>
        <dsp:cNvPr id="0" name=""/>
        <dsp:cNvSpPr/>
      </dsp:nvSpPr>
      <dsp:spPr>
        <a:xfrm>
          <a:off x="280014" y="1364424"/>
          <a:ext cx="509615" cy="50911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D83735-B946-4AFD-AA03-F0A32706C02B}">
      <dsp:nvSpPr>
        <dsp:cNvPr id="0" name=""/>
        <dsp:cNvSpPr/>
      </dsp:nvSpPr>
      <dsp:spPr>
        <a:xfrm>
          <a:off x="1069644" y="1156149"/>
          <a:ext cx="5303327" cy="926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062" tIns="98062" rIns="98062" bIns="98062" numCol="1" spcCol="1270" anchor="ctr" anchorCtr="0">
          <a:noAutofit/>
        </a:bodyPr>
        <a:lstStyle/>
        <a:p>
          <a:pPr marL="0" lvl="0" indent="0" algn="l" defTabSz="1066800">
            <a:lnSpc>
              <a:spcPct val="90000"/>
            </a:lnSpc>
            <a:spcBef>
              <a:spcPct val="0"/>
            </a:spcBef>
            <a:spcAft>
              <a:spcPct val="35000"/>
            </a:spcAft>
            <a:buNone/>
          </a:pPr>
          <a:r>
            <a:rPr lang="en-CA" sz="2400" kern="1200" dirty="0"/>
            <a:t>Twitter, LinkedIn, Amazon, Netflix y otros usan Java</a:t>
          </a:r>
          <a:endParaRPr lang="en-US" sz="2400" kern="1200" dirty="0"/>
        </a:p>
      </dsp:txBody>
      <dsp:txXfrm>
        <a:off x="1069644" y="1156149"/>
        <a:ext cx="5303327" cy="926572"/>
      </dsp:txXfrm>
    </dsp:sp>
    <dsp:sp modelId="{9D58C1F0-6488-486F-A26A-BF9C285AA347}">
      <dsp:nvSpPr>
        <dsp:cNvPr id="0" name=""/>
        <dsp:cNvSpPr/>
      </dsp:nvSpPr>
      <dsp:spPr>
        <a:xfrm>
          <a:off x="0" y="2307345"/>
          <a:ext cx="6807333" cy="92566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D83E87-D1F2-4F1B-8749-3FE60F8FBD30}">
      <dsp:nvSpPr>
        <dsp:cNvPr id="0" name=""/>
        <dsp:cNvSpPr/>
      </dsp:nvSpPr>
      <dsp:spPr>
        <a:xfrm>
          <a:off x="280014" y="2515620"/>
          <a:ext cx="509615" cy="50911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CF4646-65CD-47AC-8AD9-752D2E8CFC99}">
      <dsp:nvSpPr>
        <dsp:cNvPr id="0" name=""/>
        <dsp:cNvSpPr/>
      </dsp:nvSpPr>
      <dsp:spPr>
        <a:xfrm>
          <a:off x="1069644" y="2307345"/>
          <a:ext cx="5303327" cy="926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062" tIns="98062" rIns="98062" bIns="98062" numCol="1" spcCol="1270" anchor="ctr" anchorCtr="0">
          <a:noAutofit/>
        </a:bodyPr>
        <a:lstStyle/>
        <a:p>
          <a:pPr marL="0" lvl="0" indent="0" algn="l" defTabSz="1066800">
            <a:lnSpc>
              <a:spcPct val="90000"/>
            </a:lnSpc>
            <a:spcBef>
              <a:spcPct val="0"/>
            </a:spcBef>
            <a:spcAft>
              <a:spcPct val="35000"/>
            </a:spcAft>
            <a:buNone/>
          </a:pPr>
          <a:r>
            <a:rPr lang="en-CA" sz="2400" kern="1200" dirty="0"/>
            <a:t>Sus oportunidades dependen de qué tan bien programe</a:t>
          </a:r>
          <a:endParaRPr lang="en-US" sz="2400" kern="1200" dirty="0"/>
        </a:p>
      </dsp:txBody>
      <dsp:txXfrm>
        <a:off x="1069644" y="2307345"/>
        <a:ext cx="5303327" cy="926572"/>
      </dsp:txXfrm>
    </dsp:sp>
    <dsp:sp modelId="{AB84FC65-A3E1-4B6F-85F2-B8DF49EEDF05}">
      <dsp:nvSpPr>
        <dsp:cNvPr id="0" name=""/>
        <dsp:cNvSpPr/>
      </dsp:nvSpPr>
      <dsp:spPr>
        <a:xfrm>
          <a:off x="0" y="3458542"/>
          <a:ext cx="6807333" cy="92566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842EC2-7635-4CF4-8B03-0B85188A5A9E}">
      <dsp:nvSpPr>
        <dsp:cNvPr id="0" name=""/>
        <dsp:cNvSpPr/>
      </dsp:nvSpPr>
      <dsp:spPr>
        <a:xfrm>
          <a:off x="280014" y="3666817"/>
          <a:ext cx="509615" cy="50911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2B821E-17F5-46FF-9974-1E80905DA11C}">
      <dsp:nvSpPr>
        <dsp:cNvPr id="0" name=""/>
        <dsp:cNvSpPr/>
      </dsp:nvSpPr>
      <dsp:spPr>
        <a:xfrm>
          <a:off x="1069644" y="3458542"/>
          <a:ext cx="5303327" cy="926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062" tIns="98062" rIns="98062" bIns="98062" numCol="1" spcCol="1270" anchor="ctr" anchorCtr="0">
          <a:noAutofit/>
        </a:bodyPr>
        <a:lstStyle/>
        <a:p>
          <a:pPr marL="0" lvl="0" indent="0" algn="l" defTabSz="1066800">
            <a:lnSpc>
              <a:spcPct val="90000"/>
            </a:lnSpc>
            <a:spcBef>
              <a:spcPct val="0"/>
            </a:spcBef>
            <a:spcAft>
              <a:spcPct val="35000"/>
            </a:spcAft>
            <a:buNone/>
          </a:pPr>
          <a:r>
            <a:rPr lang="en-CA" sz="2400" kern="1200" dirty="0"/>
            <a:t>El mejor lenguaje para aprender y prepararse para trabajar con cualquier lenguaje durante su carrera.</a:t>
          </a:r>
          <a:endParaRPr lang="en-US" sz="2400" kern="1200" dirty="0"/>
        </a:p>
      </dsp:txBody>
      <dsp:txXfrm>
        <a:off x="1069644" y="3458542"/>
        <a:ext cx="5303327" cy="926572"/>
      </dsp:txXfrm>
    </dsp:sp>
    <dsp:sp modelId="{E9DD7ED8-7E7E-4717-95C6-C3AB043C86F5}">
      <dsp:nvSpPr>
        <dsp:cNvPr id="0" name=""/>
        <dsp:cNvSpPr/>
      </dsp:nvSpPr>
      <dsp:spPr>
        <a:xfrm>
          <a:off x="0" y="4609738"/>
          <a:ext cx="6807333" cy="925667"/>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D924FA-7BC2-4D62-AA07-8769FE339509}">
      <dsp:nvSpPr>
        <dsp:cNvPr id="0" name=""/>
        <dsp:cNvSpPr/>
      </dsp:nvSpPr>
      <dsp:spPr>
        <a:xfrm>
          <a:off x="280014" y="4818013"/>
          <a:ext cx="509615" cy="50911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D68DCF-EEDD-41CC-BCF9-B2BAD7C0EB67}">
      <dsp:nvSpPr>
        <dsp:cNvPr id="0" name=""/>
        <dsp:cNvSpPr/>
      </dsp:nvSpPr>
      <dsp:spPr>
        <a:xfrm>
          <a:off x="1069644" y="4609738"/>
          <a:ext cx="5303327" cy="926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062" tIns="98062" rIns="98062" bIns="98062" numCol="1" spcCol="1270" anchor="ctr" anchorCtr="0">
          <a:noAutofit/>
        </a:bodyPr>
        <a:lstStyle/>
        <a:p>
          <a:pPr marL="0" lvl="0" indent="0" algn="l" defTabSz="1066800">
            <a:lnSpc>
              <a:spcPct val="90000"/>
            </a:lnSpc>
            <a:spcBef>
              <a:spcPct val="0"/>
            </a:spcBef>
            <a:spcAft>
              <a:spcPct val="35000"/>
            </a:spcAft>
            <a:buNone/>
          </a:pPr>
          <a:r>
            <a:rPr lang="en-CA" sz="2400" kern="1200" dirty="0"/>
            <a:t>El mejor lenguaje para darles a los estudiantes una comprensión clara de lo que significa programar.</a:t>
          </a:r>
          <a:endParaRPr lang="en-US" sz="2400" kern="1200" dirty="0"/>
        </a:p>
      </dsp:txBody>
      <dsp:txXfrm>
        <a:off x="1069644" y="4609738"/>
        <a:ext cx="5303327" cy="92657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0FB745-8FE8-45A4-AD77-664D95C5329C}">
      <dsp:nvSpPr>
        <dsp:cNvPr id="0" name=""/>
        <dsp:cNvSpPr/>
      </dsp:nvSpPr>
      <dsp:spPr>
        <a:xfrm>
          <a:off x="1904577" y="1324550"/>
          <a:ext cx="406705" cy="91440"/>
        </a:xfrm>
        <a:custGeom>
          <a:avLst/>
          <a:gdLst/>
          <a:ahLst/>
          <a:cxnLst/>
          <a:rect l="0" t="0" r="0" b="0"/>
          <a:pathLst>
            <a:path>
              <a:moveTo>
                <a:pt x="0" y="45720"/>
              </a:moveTo>
              <a:lnTo>
                <a:pt x="406705"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96997" y="1368084"/>
        <a:ext cx="21865" cy="4373"/>
      </dsp:txXfrm>
    </dsp:sp>
    <dsp:sp modelId="{12DB0CA1-5607-4427-9FD3-69010117C919}">
      <dsp:nvSpPr>
        <dsp:cNvPr id="0" name=""/>
        <dsp:cNvSpPr/>
      </dsp:nvSpPr>
      <dsp:spPr>
        <a:xfrm>
          <a:off x="5050" y="799872"/>
          <a:ext cx="1901326" cy="114079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167" tIns="97795" rIns="93167" bIns="97795" numCol="1" spcCol="1270" anchor="ctr" anchorCtr="0">
          <a:noAutofit/>
        </a:bodyPr>
        <a:lstStyle/>
        <a:p>
          <a:pPr marL="0" lvl="0" indent="0" algn="ctr" defTabSz="577850">
            <a:lnSpc>
              <a:spcPct val="90000"/>
            </a:lnSpc>
            <a:spcBef>
              <a:spcPct val="0"/>
            </a:spcBef>
            <a:spcAft>
              <a:spcPct val="35000"/>
            </a:spcAft>
            <a:buNone/>
          </a:pPr>
          <a:r>
            <a:rPr lang="en-CA" sz="1300" kern="1200" dirty="0"/>
            <a:t>Anime a los estudiantes a unirse a su JUG</a:t>
          </a:r>
          <a:endParaRPr lang="en-US" sz="1300" kern="1200" dirty="0"/>
        </a:p>
      </dsp:txBody>
      <dsp:txXfrm>
        <a:off x="5050" y="799872"/>
        <a:ext cx="1901326" cy="1140795"/>
      </dsp:txXfrm>
    </dsp:sp>
    <dsp:sp modelId="{2FA96ECD-0325-45C8-8FED-4AE2BEB4B3AC}">
      <dsp:nvSpPr>
        <dsp:cNvPr id="0" name=""/>
        <dsp:cNvSpPr/>
      </dsp:nvSpPr>
      <dsp:spPr>
        <a:xfrm>
          <a:off x="4243208" y="1324550"/>
          <a:ext cx="406705" cy="91440"/>
        </a:xfrm>
        <a:custGeom>
          <a:avLst/>
          <a:gdLst/>
          <a:ahLst/>
          <a:cxnLst/>
          <a:rect l="0" t="0" r="0" b="0"/>
          <a:pathLst>
            <a:path>
              <a:moveTo>
                <a:pt x="0" y="45720"/>
              </a:moveTo>
              <a:lnTo>
                <a:pt x="406705" y="45720"/>
              </a:lnTo>
            </a:path>
          </a:pathLst>
        </a:custGeom>
        <a:noFill/>
        <a:ln w="6350" cap="flat" cmpd="sng" algn="ctr">
          <a:solidFill>
            <a:schemeClr val="accent2">
              <a:hueOff val="-207909"/>
              <a:satOff val="-11990"/>
              <a:lumOff val="123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35628" y="1368084"/>
        <a:ext cx="21865" cy="4373"/>
      </dsp:txXfrm>
    </dsp:sp>
    <dsp:sp modelId="{DB06B718-0EAB-4AD6-B34D-7E996BAD2630}">
      <dsp:nvSpPr>
        <dsp:cNvPr id="0" name=""/>
        <dsp:cNvSpPr/>
      </dsp:nvSpPr>
      <dsp:spPr>
        <a:xfrm>
          <a:off x="2343682" y="799872"/>
          <a:ext cx="1901326" cy="1140795"/>
        </a:xfrm>
        <a:prstGeom prst="rect">
          <a:avLst/>
        </a:prstGeom>
        <a:solidFill>
          <a:schemeClr val="accent2">
            <a:hueOff val="-181920"/>
            <a:satOff val="-10491"/>
            <a:lumOff val="1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167" tIns="97795" rIns="93167" bIns="97795" numCol="1" spcCol="1270" anchor="ctr" anchorCtr="0">
          <a:noAutofit/>
        </a:bodyPr>
        <a:lstStyle/>
        <a:p>
          <a:pPr marL="0" lvl="0" indent="0" algn="ctr" defTabSz="577850">
            <a:lnSpc>
              <a:spcPct val="90000"/>
            </a:lnSpc>
            <a:spcBef>
              <a:spcPct val="0"/>
            </a:spcBef>
            <a:spcAft>
              <a:spcPct val="35000"/>
            </a:spcAft>
            <a:buNone/>
          </a:pPr>
          <a:r>
            <a:rPr lang="en-CA" sz="1300" kern="1200"/>
            <a:t>Anime al profesorado de los programas de ciencias de la computación a unirse a su JUG.</a:t>
          </a:r>
          <a:endParaRPr lang="en-US" sz="1300" kern="1200"/>
        </a:p>
      </dsp:txBody>
      <dsp:txXfrm>
        <a:off x="2343682" y="799872"/>
        <a:ext cx="1901326" cy="1140795"/>
      </dsp:txXfrm>
    </dsp:sp>
    <dsp:sp modelId="{BDB66A90-7CDB-413C-9EC5-332FAC3C252C}">
      <dsp:nvSpPr>
        <dsp:cNvPr id="0" name=""/>
        <dsp:cNvSpPr/>
      </dsp:nvSpPr>
      <dsp:spPr>
        <a:xfrm>
          <a:off x="955714" y="1938868"/>
          <a:ext cx="4677262" cy="406705"/>
        </a:xfrm>
        <a:custGeom>
          <a:avLst/>
          <a:gdLst/>
          <a:ahLst/>
          <a:cxnLst/>
          <a:rect l="0" t="0" r="0" b="0"/>
          <a:pathLst>
            <a:path>
              <a:moveTo>
                <a:pt x="4677262" y="0"/>
              </a:moveTo>
              <a:lnTo>
                <a:pt x="4677262" y="220452"/>
              </a:lnTo>
              <a:lnTo>
                <a:pt x="0" y="220452"/>
              </a:lnTo>
              <a:lnTo>
                <a:pt x="0" y="406705"/>
              </a:lnTo>
            </a:path>
          </a:pathLst>
        </a:custGeom>
        <a:noFill/>
        <a:ln w="6350" cap="flat" cmpd="sng" algn="ctr">
          <a:solidFill>
            <a:schemeClr val="accent2">
              <a:hueOff val="-415818"/>
              <a:satOff val="-23979"/>
              <a:lumOff val="246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76903" y="2140034"/>
        <a:ext cx="234883" cy="4373"/>
      </dsp:txXfrm>
    </dsp:sp>
    <dsp:sp modelId="{B5503D77-0634-4EF7-832A-AF840A5A6C81}">
      <dsp:nvSpPr>
        <dsp:cNvPr id="0" name=""/>
        <dsp:cNvSpPr/>
      </dsp:nvSpPr>
      <dsp:spPr>
        <a:xfrm>
          <a:off x="4682313" y="799872"/>
          <a:ext cx="1901326" cy="1140795"/>
        </a:xfrm>
        <a:prstGeom prst="rect">
          <a:avLst/>
        </a:prstGeom>
        <a:solidFill>
          <a:schemeClr val="accent2">
            <a:hueOff val="-363841"/>
            <a:satOff val="-20982"/>
            <a:lumOff val="2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167" tIns="97795" rIns="93167" bIns="97795" numCol="1" spcCol="1270" anchor="ctr" anchorCtr="0">
          <a:noAutofit/>
        </a:bodyPr>
        <a:lstStyle/>
        <a:p>
          <a:pPr marL="0" lvl="0" indent="0" algn="ctr" defTabSz="577850">
            <a:lnSpc>
              <a:spcPct val="90000"/>
            </a:lnSpc>
            <a:spcBef>
              <a:spcPct val="0"/>
            </a:spcBef>
            <a:spcAft>
              <a:spcPct val="35000"/>
            </a:spcAft>
            <a:buNone/>
          </a:pPr>
          <a:r>
            <a:rPr lang="en-CA" sz="1300" kern="1200"/>
            <a:t>Contacte a las asociaciones estudiantiles de ciencias de la computación</a:t>
          </a:r>
          <a:endParaRPr lang="en-US" sz="1300" kern="1200"/>
        </a:p>
      </dsp:txBody>
      <dsp:txXfrm>
        <a:off x="4682313" y="799872"/>
        <a:ext cx="1901326" cy="1140795"/>
      </dsp:txXfrm>
    </dsp:sp>
    <dsp:sp modelId="{3D1179B5-03AF-493A-88B3-8FCBF3A15EAA}">
      <dsp:nvSpPr>
        <dsp:cNvPr id="0" name=""/>
        <dsp:cNvSpPr/>
      </dsp:nvSpPr>
      <dsp:spPr>
        <a:xfrm>
          <a:off x="1904577" y="2902651"/>
          <a:ext cx="406705" cy="91440"/>
        </a:xfrm>
        <a:custGeom>
          <a:avLst/>
          <a:gdLst/>
          <a:ahLst/>
          <a:cxnLst/>
          <a:rect l="0" t="0" r="0" b="0"/>
          <a:pathLst>
            <a:path>
              <a:moveTo>
                <a:pt x="0" y="45720"/>
              </a:moveTo>
              <a:lnTo>
                <a:pt x="406705" y="45720"/>
              </a:lnTo>
            </a:path>
          </a:pathLst>
        </a:custGeom>
        <a:noFill/>
        <a:ln w="6350" cap="flat" cmpd="sng" algn="ctr">
          <a:solidFill>
            <a:schemeClr val="accent2">
              <a:hueOff val="-623727"/>
              <a:satOff val="-35969"/>
              <a:lumOff val="369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96997" y="2946184"/>
        <a:ext cx="21865" cy="4373"/>
      </dsp:txXfrm>
    </dsp:sp>
    <dsp:sp modelId="{C7875D47-AE5F-4741-AE59-78BADD36D59B}">
      <dsp:nvSpPr>
        <dsp:cNvPr id="0" name=""/>
        <dsp:cNvSpPr/>
      </dsp:nvSpPr>
      <dsp:spPr>
        <a:xfrm>
          <a:off x="5050" y="2377973"/>
          <a:ext cx="1901326" cy="1140795"/>
        </a:xfrm>
        <a:prstGeom prst="rect">
          <a:avLst/>
        </a:prstGeom>
        <a:solidFill>
          <a:schemeClr val="accent2">
            <a:hueOff val="-545761"/>
            <a:satOff val="-31473"/>
            <a:lumOff val="323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167" tIns="97795" rIns="93167" bIns="97795" numCol="1" spcCol="1270" anchor="ctr" anchorCtr="0">
          <a:noAutofit/>
        </a:bodyPr>
        <a:lstStyle/>
        <a:p>
          <a:pPr marL="0" lvl="0" indent="0" algn="ctr" defTabSz="577850">
            <a:lnSpc>
              <a:spcPct val="90000"/>
            </a:lnSpc>
            <a:spcBef>
              <a:spcPct val="0"/>
            </a:spcBef>
            <a:spcAft>
              <a:spcPct val="35000"/>
            </a:spcAft>
            <a:buNone/>
          </a:pPr>
          <a:r>
            <a:rPr lang="en-CA" sz="1300" kern="1200" dirty="0"/>
            <a:t>Organice una reunión en un campus.</a:t>
          </a:r>
          <a:endParaRPr lang="en-US" sz="1300" kern="1200" dirty="0"/>
        </a:p>
      </dsp:txBody>
      <dsp:txXfrm>
        <a:off x="5050" y="2377973"/>
        <a:ext cx="1901326" cy="1140795"/>
      </dsp:txXfrm>
    </dsp:sp>
    <dsp:sp modelId="{BC6E1370-619A-451A-A777-31EBDDB95504}">
      <dsp:nvSpPr>
        <dsp:cNvPr id="0" name=""/>
        <dsp:cNvSpPr/>
      </dsp:nvSpPr>
      <dsp:spPr>
        <a:xfrm>
          <a:off x="4243208" y="2902651"/>
          <a:ext cx="406705" cy="91440"/>
        </a:xfrm>
        <a:custGeom>
          <a:avLst/>
          <a:gdLst/>
          <a:ahLst/>
          <a:cxnLst/>
          <a:rect l="0" t="0" r="0" b="0"/>
          <a:pathLst>
            <a:path>
              <a:moveTo>
                <a:pt x="0" y="45720"/>
              </a:moveTo>
              <a:lnTo>
                <a:pt x="406705" y="45720"/>
              </a:lnTo>
            </a:path>
          </a:pathLst>
        </a:custGeom>
        <a:noFill/>
        <a:ln w="6350" cap="flat" cmpd="sng" algn="ctr">
          <a:solidFill>
            <a:schemeClr val="accent2">
              <a:hueOff val="-831636"/>
              <a:satOff val="-47959"/>
              <a:lumOff val="493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35628" y="2946184"/>
        <a:ext cx="21865" cy="4373"/>
      </dsp:txXfrm>
    </dsp:sp>
    <dsp:sp modelId="{F993E031-C3CC-45A6-B5DB-B14ED955244B}">
      <dsp:nvSpPr>
        <dsp:cNvPr id="0" name=""/>
        <dsp:cNvSpPr/>
      </dsp:nvSpPr>
      <dsp:spPr>
        <a:xfrm>
          <a:off x="2343682" y="2377973"/>
          <a:ext cx="1901326" cy="1140795"/>
        </a:xfrm>
        <a:prstGeom prst="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167" tIns="97795" rIns="93167" bIns="97795" numCol="1" spcCol="1270" anchor="ctr" anchorCtr="0">
          <a:noAutofit/>
        </a:bodyPr>
        <a:lstStyle/>
        <a:p>
          <a:pPr marL="0" lvl="0" indent="0" algn="ctr" defTabSz="577850">
            <a:lnSpc>
              <a:spcPct val="90000"/>
            </a:lnSpc>
            <a:spcBef>
              <a:spcPct val="0"/>
            </a:spcBef>
            <a:spcAft>
              <a:spcPct val="35000"/>
            </a:spcAft>
            <a:buNone/>
          </a:pPr>
          <a:r>
            <a:rPr lang="en-CA" sz="1300" kern="1200"/>
            <a:t>Promueva recursos para docentes.</a:t>
          </a:r>
          <a:endParaRPr lang="en-US" sz="1300" kern="1200"/>
        </a:p>
      </dsp:txBody>
      <dsp:txXfrm>
        <a:off x="2343682" y="2377973"/>
        <a:ext cx="1901326" cy="1140795"/>
      </dsp:txXfrm>
    </dsp:sp>
    <dsp:sp modelId="{EF57255B-5577-4CD9-8355-7B20CC69F518}">
      <dsp:nvSpPr>
        <dsp:cNvPr id="0" name=""/>
        <dsp:cNvSpPr/>
      </dsp:nvSpPr>
      <dsp:spPr>
        <a:xfrm>
          <a:off x="955714" y="3516969"/>
          <a:ext cx="4677262" cy="406705"/>
        </a:xfrm>
        <a:custGeom>
          <a:avLst/>
          <a:gdLst/>
          <a:ahLst/>
          <a:cxnLst/>
          <a:rect l="0" t="0" r="0" b="0"/>
          <a:pathLst>
            <a:path>
              <a:moveTo>
                <a:pt x="4677262" y="0"/>
              </a:moveTo>
              <a:lnTo>
                <a:pt x="4677262" y="220452"/>
              </a:lnTo>
              <a:lnTo>
                <a:pt x="0" y="220452"/>
              </a:lnTo>
              <a:lnTo>
                <a:pt x="0" y="406705"/>
              </a:lnTo>
            </a:path>
          </a:pathLst>
        </a:custGeom>
        <a:noFill/>
        <a:ln w="6350" cap="flat" cmpd="sng" algn="ctr">
          <a:solidFill>
            <a:schemeClr val="accent2">
              <a:hueOff val="-1039545"/>
              <a:satOff val="-59949"/>
              <a:lumOff val="616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76903" y="3718135"/>
        <a:ext cx="234883" cy="4373"/>
      </dsp:txXfrm>
    </dsp:sp>
    <dsp:sp modelId="{F7AFF415-0696-48A0-A84D-AD8765ECE694}">
      <dsp:nvSpPr>
        <dsp:cNvPr id="0" name=""/>
        <dsp:cNvSpPr/>
      </dsp:nvSpPr>
      <dsp:spPr>
        <a:xfrm>
          <a:off x="4682313" y="2377973"/>
          <a:ext cx="1901326" cy="1140795"/>
        </a:xfrm>
        <a:prstGeom prst="rect">
          <a:avLst/>
        </a:prstGeom>
        <a:solidFill>
          <a:schemeClr val="accent2">
            <a:hueOff val="-909602"/>
            <a:satOff val="-52455"/>
            <a:lumOff val="5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167" tIns="97795" rIns="93167" bIns="97795" numCol="1" spcCol="1270" anchor="ctr" anchorCtr="0">
          <a:noAutofit/>
        </a:bodyPr>
        <a:lstStyle/>
        <a:p>
          <a:pPr marL="0" lvl="0" indent="0" algn="ctr" defTabSz="577850">
            <a:lnSpc>
              <a:spcPct val="90000"/>
            </a:lnSpc>
            <a:spcBef>
              <a:spcPct val="0"/>
            </a:spcBef>
            <a:spcAft>
              <a:spcPct val="35000"/>
            </a:spcAft>
            <a:buNone/>
          </a:pPr>
          <a:r>
            <a:rPr lang="en-CA" sz="1300" kern="1200"/>
            <a:t>Realice seminarios o reuniones de JUG exclusivamente para maestros/profesores.</a:t>
          </a:r>
          <a:endParaRPr lang="en-US" sz="1300" kern="1200"/>
        </a:p>
      </dsp:txBody>
      <dsp:txXfrm>
        <a:off x="4682313" y="2377973"/>
        <a:ext cx="1901326" cy="1140795"/>
      </dsp:txXfrm>
    </dsp:sp>
    <dsp:sp modelId="{3F331B67-CAC2-41D0-A486-EE6C828ADF4E}">
      <dsp:nvSpPr>
        <dsp:cNvPr id="0" name=""/>
        <dsp:cNvSpPr/>
      </dsp:nvSpPr>
      <dsp:spPr>
        <a:xfrm>
          <a:off x="1904577" y="4480752"/>
          <a:ext cx="406705" cy="91440"/>
        </a:xfrm>
        <a:custGeom>
          <a:avLst/>
          <a:gdLst/>
          <a:ahLst/>
          <a:cxnLst/>
          <a:rect l="0" t="0" r="0" b="0"/>
          <a:pathLst>
            <a:path>
              <a:moveTo>
                <a:pt x="0" y="45720"/>
              </a:moveTo>
              <a:lnTo>
                <a:pt x="406705" y="45720"/>
              </a:lnTo>
            </a:path>
          </a:pathLst>
        </a:custGeom>
        <a:noFill/>
        <a:ln w="6350" cap="flat" cmpd="sng" algn="ctr">
          <a:solidFill>
            <a:schemeClr val="accent2">
              <a:hueOff val="-1247454"/>
              <a:satOff val="-71938"/>
              <a:lumOff val="739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96997" y="4524285"/>
        <a:ext cx="21865" cy="4373"/>
      </dsp:txXfrm>
    </dsp:sp>
    <dsp:sp modelId="{931E6086-25BE-4FAE-81E6-7B5EB3F1B7A9}">
      <dsp:nvSpPr>
        <dsp:cNvPr id="0" name=""/>
        <dsp:cNvSpPr/>
      </dsp:nvSpPr>
      <dsp:spPr>
        <a:xfrm>
          <a:off x="5050" y="3956074"/>
          <a:ext cx="1901326" cy="1140795"/>
        </a:xfrm>
        <a:prstGeom prst="rect">
          <a:avLst/>
        </a:prstGeom>
        <a:solidFill>
          <a:schemeClr val="accent2">
            <a:hueOff val="-1091522"/>
            <a:satOff val="-62946"/>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167" tIns="97795" rIns="93167" bIns="97795" numCol="1" spcCol="1270" anchor="ctr" anchorCtr="0">
          <a:noAutofit/>
        </a:bodyPr>
        <a:lstStyle/>
        <a:p>
          <a:pPr marL="0" lvl="0" indent="0" algn="ctr" defTabSz="577850">
            <a:lnSpc>
              <a:spcPct val="90000"/>
            </a:lnSpc>
            <a:spcBef>
              <a:spcPct val="0"/>
            </a:spcBef>
            <a:spcAft>
              <a:spcPct val="35000"/>
            </a:spcAft>
            <a:buNone/>
          </a:pPr>
          <a:r>
            <a:rPr lang="en-CA" sz="1300" kern="1200"/>
            <a:t>Involúcrese en la educación.</a:t>
          </a:r>
          <a:endParaRPr lang="en-US" sz="1300" kern="1200"/>
        </a:p>
      </dsp:txBody>
      <dsp:txXfrm>
        <a:off x="5050" y="3956074"/>
        <a:ext cx="1901326" cy="1140795"/>
      </dsp:txXfrm>
    </dsp:sp>
    <dsp:sp modelId="{F6597A91-CB9E-40A9-B4B2-507D3AF7BA10}">
      <dsp:nvSpPr>
        <dsp:cNvPr id="0" name=""/>
        <dsp:cNvSpPr/>
      </dsp:nvSpPr>
      <dsp:spPr>
        <a:xfrm>
          <a:off x="4243208" y="4480752"/>
          <a:ext cx="406705" cy="91440"/>
        </a:xfrm>
        <a:custGeom>
          <a:avLst/>
          <a:gdLst/>
          <a:ahLst/>
          <a:cxnLst/>
          <a:rect l="0" t="0" r="0" b="0"/>
          <a:pathLst>
            <a:path>
              <a:moveTo>
                <a:pt x="0" y="45720"/>
              </a:moveTo>
              <a:lnTo>
                <a:pt x="406705" y="45720"/>
              </a:lnTo>
            </a:path>
          </a:pathLst>
        </a:custGeom>
        <a:noFill/>
        <a:ln w="6350" cap="flat" cmpd="sng" algn="ctr">
          <a:solidFill>
            <a:schemeClr val="accent2">
              <a:hueOff val="-1455363"/>
              <a:satOff val="-83928"/>
              <a:lumOff val="862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35628" y="4524285"/>
        <a:ext cx="21865" cy="4373"/>
      </dsp:txXfrm>
    </dsp:sp>
    <dsp:sp modelId="{9C5AF6D6-952B-43B3-8232-BD6F2CCB7600}">
      <dsp:nvSpPr>
        <dsp:cNvPr id="0" name=""/>
        <dsp:cNvSpPr/>
      </dsp:nvSpPr>
      <dsp:spPr>
        <a:xfrm>
          <a:off x="2343682" y="3956074"/>
          <a:ext cx="1901326" cy="1140795"/>
        </a:xfrm>
        <a:prstGeom prst="rect">
          <a:avLst/>
        </a:prstGeom>
        <a:solidFill>
          <a:schemeClr val="accent2">
            <a:hueOff val="-1273443"/>
            <a:satOff val="-73437"/>
            <a:lumOff val="754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167" tIns="97795" rIns="93167" bIns="97795" numCol="1" spcCol="1270" anchor="ctr" anchorCtr="0">
          <a:noAutofit/>
        </a:bodyPr>
        <a:lstStyle/>
        <a:p>
          <a:pPr marL="0" lvl="0" indent="0" algn="ctr" defTabSz="577850">
            <a:lnSpc>
              <a:spcPct val="90000"/>
            </a:lnSpc>
            <a:spcBef>
              <a:spcPct val="0"/>
            </a:spcBef>
            <a:spcAft>
              <a:spcPct val="35000"/>
            </a:spcAft>
            <a:buNone/>
          </a:pPr>
          <a:r>
            <a:rPr lang="en-CA" sz="1300" kern="1200"/>
            <a:t>Organice hackathons de Java para estudiantes.</a:t>
          </a:r>
          <a:endParaRPr lang="en-US" sz="1300" kern="1200"/>
        </a:p>
      </dsp:txBody>
      <dsp:txXfrm>
        <a:off x="2343682" y="3956074"/>
        <a:ext cx="1901326" cy="1140795"/>
      </dsp:txXfrm>
    </dsp:sp>
    <dsp:sp modelId="{F65BFBC4-C7A2-498A-9AAC-9C931720F2E9}">
      <dsp:nvSpPr>
        <dsp:cNvPr id="0" name=""/>
        <dsp:cNvSpPr/>
      </dsp:nvSpPr>
      <dsp:spPr>
        <a:xfrm>
          <a:off x="4682313" y="3956074"/>
          <a:ext cx="1901326" cy="1140795"/>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167" tIns="97795" rIns="93167" bIns="97795" numCol="1" spcCol="1270" anchor="ctr" anchorCtr="0">
          <a:noAutofit/>
        </a:bodyPr>
        <a:lstStyle/>
        <a:p>
          <a:pPr marL="0" lvl="0" indent="0" algn="ctr" defTabSz="577850">
            <a:lnSpc>
              <a:spcPct val="90000"/>
            </a:lnSpc>
            <a:spcBef>
              <a:spcPct val="0"/>
            </a:spcBef>
            <a:spcAft>
              <a:spcPct val="35000"/>
            </a:spcAft>
            <a:buNone/>
          </a:pPr>
          <a:r>
            <a:rPr lang="en-CA" sz="1300" kern="1200"/>
            <a:t>Después de todo, los estudiantes pronto serán sus futuros colegas.</a:t>
          </a:r>
          <a:endParaRPr lang="en-US" sz="1300" kern="1200"/>
        </a:p>
      </dsp:txBody>
      <dsp:txXfrm>
        <a:off x="4682313" y="3956074"/>
        <a:ext cx="1901326" cy="114079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2FD6DF-3383-4127-8C68-C9B856707FF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718A8046-3F78-472A-828C-EFEA94F1DAE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21783E-A17C-4404-A1E8-2924B9744901}" type="datetimeFigureOut">
              <a:rPr lang="en-CA" smtClean="0"/>
              <a:t>2026-09-23</a:t>
            </a:fld>
            <a:endParaRPr lang="en-CA"/>
          </a:p>
        </p:txBody>
      </p:sp>
      <p:sp>
        <p:nvSpPr>
          <p:cNvPr id="4" name="Footer Placeholder 3">
            <a:extLst>
              <a:ext uri="{FF2B5EF4-FFF2-40B4-BE49-F238E27FC236}">
                <a16:creationId xmlns:a16="http://schemas.microsoft.com/office/drawing/2014/main" id="{B9753E36-23D0-4716-9E4C-52236966AA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089C8A9C-D58D-4109-8D25-FD208DCD542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B055A36-F47B-4D0A-9A94-6E49495A457C}" type="slidenum">
              <a:rPr lang="en-CA" smtClean="0"/>
              <a:t>‹#›</a:t>
            </a:fld>
            <a:endParaRPr lang="en-CA"/>
          </a:p>
        </p:txBody>
      </p:sp>
    </p:spTree>
    <p:extLst>
      <p:ext uri="{BB962C8B-B14F-4D97-AF65-F5344CB8AC3E}">
        <p14:creationId xmlns:p14="http://schemas.microsoft.com/office/powerpoint/2010/main" val="376671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056CE0-E3A8-4B04-85A3-E31915DD9E24}" type="datetimeFigureOut">
              <a:rPr lang="en-CA" smtClean="0"/>
              <a:t>2026-09-23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A25E29-D00C-446C-9935-AFF7AD2E33FB}" type="slidenum">
              <a:rPr lang="en-CA" smtClean="0"/>
              <a:t>‹#›</a:t>
            </a:fld>
            <a:endParaRPr lang="en-CA"/>
          </a:p>
        </p:txBody>
      </p:sp>
    </p:spTree>
    <p:extLst>
      <p:ext uri="{BB962C8B-B14F-4D97-AF65-F5344CB8AC3E}">
        <p14:creationId xmlns:p14="http://schemas.microsoft.com/office/powerpoint/2010/main" val="4037505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education.oracle.com/usergroupchampions" TargetMode="External"/><Relationship Id="rId2" Type="http://schemas.openxmlformats.org/officeDocument/2006/relationships/slide" Target="../slides/slide43.xml"/><Relationship Id="rId1" Type="http://schemas.openxmlformats.org/officeDocument/2006/relationships/notesMaster" Target="../notesMasters/notesMaster1.xml"/><Relationship Id="rId4" Type="http://schemas.openxmlformats.org/officeDocument/2006/relationships/hyperlink" Target="https://community.oracle.com/community/groundbreakers/java/jcp/java-in-education/overview"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1</a:t>
            </a:fld>
            <a:endParaRPr lang="en-CA"/>
          </a:p>
        </p:txBody>
      </p:sp>
    </p:spTree>
    <p:extLst>
      <p:ext uri="{BB962C8B-B14F-4D97-AF65-F5344CB8AC3E}">
        <p14:creationId xmlns:p14="http://schemas.microsoft.com/office/powerpoint/2010/main" val="4182472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Muchas escuelas han decidido quedarse con Java 1.8. Anime a los docentes a usar la versión más reciente del lenguaje.</a:t>
            </a:r>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2</a:t>
            </a:fld>
            <a:endParaRPr lang="en-CA"/>
          </a:p>
        </p:txBody>
      </p:sp>
    </p:spTree>
    <p:extLst>
      <p:ext uri="{BB962C8B-B14F-4D97-AF65-F5344CB8AC3E}">
        <p14:creationId xmlns:p14="http://schemas.microsoft.com/office/powerpoint/2010/main" val="391893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 mito clásico. Como ocurre con la mayoría de los lenguajes, Java puede parecer difícil para cualquiera que no haya visto antes ningún lenguaje de programación. Para cualquier lenguaje se necesita un instructor con confianza en sí mismo.</a:t>
            </a:r>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3</a:t>
            </a:fld>
            <a:endParaRPr lang="en-CA"/>
          </a:p>
        </p:txBody>
      </p:sp>
    </p:spTree>
    <p:extLst>
      <p:ext uri="{BB962C8B-B14F-4D97-AF65-F5344CB8AC3E}">
        <p14:creationId xmlns:p14="http://schemas.microsoft.com/office/powerpoint/2010/main" val="29889964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medida que Java ha madurado, se utiliza en sistemas cada vez más complejos. Esto no significa que Java se haya olvidado de los principiantes. La nueva iniciativa Paving the on-ramp ha aportado varias mejoras significativas a Java para simplificar su curva de aprendizaje.</a:t>
            </a:r>
            <a:endParaRPr lang="en-CA" dirty="0"/>
          </a:p>
          <a:p>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4</a:t>
            </a:fld>
            <a:endParaRPr lang="en-CA"/>
          </a:p>
        </p:txBody>
      </p:sp>
    </p:spTree>
    <p:extLst>
      <p:ext uri="{BB962C8B-B14F-4D97-AF65-F5344CB8AC3E}">
        <p14:creationId xmlns:p14="http://schemas.microsoft.com/office/powerpoint/2010/main" val="2833807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Existen dos versiones de Java. Está la versión de Oracle y la versión de OpenJDK. Cualquier persona o empresa puede distribuir y brindar soporte a las versiones de OpenJDK. Pero hay un solo camino de desarrollo para Java, y ese es OpenJDK. Todas las versiones derivan de OpenJDK, incluso la de Oracle.</a:t>
            </a:r>
            <a:endParaRPr lang="en-CA" dirty="0"/>
          </a:p>
          <a:p>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5</a:t>
            </a:fld>
            <a:endParaRPr lang="en-CA"/>
          </a:p>
        </p:txBody>
      </p:sp>
    </p:spTree>
    <p:extLst>
      <p:ext uri="{BB962C8B-B14F-4D97-AF65-F5344CB8AC3E}">
        <p14:creationId xmlns:p14="http://schemas.microsoft.com/office/powerpoint/2010/main" val="1842082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 es la antigüedad la métrica que importa, sino si el lenguaje se mantiene activamente.</a:t>
            </a:r>
            <a:endParaRPr lang="en-CA" dirty="0"/>
          </a:p>
          <a:p>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6</a:t>
            </a:fld>
            <a:endParaRPr lang="en-CA"/>
          </a:p>
        </p:txBody>
      </p:sp>
    </p:spTree>
    <p:extLst>
      <p:ext uri="{BB962C8B-B14F-4D97-AF65-F5344CB8AC3E}">
        <p14:creationId xmlns:p14="http://schemas.microsoft.com/office/powerpoint/2010/main" val="4588733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7</a:t>
            </a:fld>
            <a:endParaRPr lang="en-CA"/>
          </a:p>
        </p:txBody>
      </p:sp>
    </p:spTree>
    <p:extLst>
      <p:ext uri="{BB962C8B-B14F-4D97-AF65-F5344CB8AC3E}">
        <p14:creationId xmlns:p14="http://schemas.microsoft.com/office/powerpoint/2010/main" val="25513823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Esto significa que existe un mercado enorme para el desarrollo de aplicaciones móviles basadas en Java. Incluso hay herramientas que transforman código Java a lenguajes aprobados por Apple para iOS.</a:t>
            </a:r>
            <a:endParaRPr lang="en-CA" dirty="0"/>
          </a:p>
          <a:p>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8</a:t>
            </a:fld>
            <a:endParaRPr lang="en-CA"/>
          </a:p>
        </p:txBody>
      </p:sp>
    </p:spTree>
    <p:extLst>
      <p:ext uri="{BB962C8B-B14F-4D97-AF65-F5344CB8AC3E}">
        <p14:creationId xmlns:p14="http://schemas.microsoft.com/office/powerpoint/2010/main" val="7677391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9</a:t>
            </a:fld>
            <a:endParaRPr lang="en-CA"/>
          </a:p>
        </p:txBody>
      </p:sp>
    </p:spTree>
    <p:extLst>
      <p:ext uri="{BB962C8B-B14F-4D97-AF65-F5344CB8AC3E}">
        <p14:creationId xmlns:p14="http://schemas.microsoft.com/office/powerpoint/2010/main" val="1986830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10</a:t>
            </a:fld>
            <a:endParaRPr lang="en-CA"/>
          </a:p>
        </p:txBody>
      </p:sp>
    </p:spTree>
    <p:extLst>
      <p:ext uri="{BB962C8B-B14F-4D97-AF65-F5344CB8AC3E}">
        <p14:creationId xmlns:p14="http://schemas.microsoft.com/office/powerpoint/2010/main" val="3340695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F964-1EF9-C795-E66A-0D7EB34AB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D6223-C5A1-33BF-DBDC-5EDCF6C4DD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DCA161-E91A-6BDD-7858-7D063D80DC7E}"/>
              </a:ext>
            </a:extLst>
          </p:cNvPr>
          <p:cNvSpPr>
            <a:spLocks noGrp="1"/>
          </p:cNvSpPr>
          <p:nvPr>
            <p:ph type="body" idx="1"/>
          </p:nvPr>
        </p:nvSpPr>
        <p:spPr/>
        <p:txBody>
          <a:bodyPr/>
          <a:lstStyle/>
          <a:p>
            <a:r>
              <a:rPr lang="en-CA" dirty="0"/>
              <a:t>Cuando se aprende un nuevo lenguaje, se quiere que el enfoque esté en el lenguaje.</a:t>
            </a:r>
          </a:p>
          <a:p>
            <a:r>
              <a:rPr lang="en-CA" dirty="0"/>
              <a:t>Usar un IDE introduce una herramienta que también hay que aprender. Esto puede no ser un problema para un desarrollador experimentado que quiere aprender Java, pero un estudiante de cualquier nivel probablemente encontrará la herramienta como una distracción.</a:t>
            </a:r>
          </a:p>
          <a:p>
            <a:r>
              <a:rPr lang="en-CA" dirty="0"/>
              <a:t>Python ejecuta programas con una sola línea de comandos. Ahora Java también lo hace.</a:t>
            </a:r>
          </a:p>
          <a:p>
            <a:r>
              <a:rPr lang="en-CA" dirty="0"/>
              <a:t>El archivo único puede contener una sola clase con su método main o múltiples clases.</a:t>
            </a:r>
          </a:p>
          <a:p>
            <a:r>
              <a:rPr lang="en-CA" dirty="0"/>
              <a:t>Aunque las convenciones para escribir Java nos indican usar múltiples archivos de clase, eso nunca fue necesario.</a:t>
            </a:r>
          </a:p>
          <a:p>
            <a:r>
              <a:rPr lang="en-CA" dirty="0"/>
              <a:t>El lanzamiento de archivo único solo requiere un editor de texto, notepad o vim, y el código puede compilarse y ejecutarse con una sola línea de comandos. Sin un IDE que complique las cosas.</a:t>
            </a:r>
          </a:p>
          <a:p>
            <a:r>
              <a:rPr lang="en-CA" dirty="0"/>
              <a:t>En el entorno Linux/Mac existe la sintaxis Shebang, que hace que ejecutar un programa de archivo único sea tan fácil como ejecutar un script de shell.</a:t>
            </a:r>
          </a:p>
          <a:p>
            <a:endParaRPr lang="en-CA" dirty="0"/>
          </a:p>
          <a:p>
            <a:r>
              <a:rPr lang="en-CA" dirty="0"/>
              <a:t>Haga una demostración de un programa de archivo único y de un programa multiarchivo.</a:t>
            </a:r>
          </a:p>
          <a:p>
            <a:r>
              <a:rPr lang="en-CA" dirty="0"/>
              <a:t>Abra el editor que tiene JavaCalculations03.java. Esta es una versión OOP de un cálculo de préstamo. Usa la función preview ‘record’. Copie la instrucción java al final del archivo.</a:t>
            </a:r>
          </a:p>
          <a:p>
            <a:r>
              <a:rPr lang="en-CA" dirty="0"/>
              <a:t>Abra la consola/terminal que preparó, ubicada en la carpeta donde están los archivos java.</a:t>
            </a:r>
          </a:p>
          <a:p>
            <a:r>
              <a:rPr lang="en-CA" dirty="0"/>
              <a:t>Pegue la línea de comandos java en la consola/terminal; el programa comenzará y le pedirá los datos del préstamo.</a:t>
            </a:r>
          </a:p>
          <a:p>
            <a:r>
              <a:rPr lang="en-CA" dirty="0"/>
              <a:t>Los otros dos archivos java también se ejecutarán en la línea de comandos.</a:t>
            </a:r>
          </a:p>
          <a:p>
            <a:endParaRPr lang="en-CA" dirty="0"/>
          </a:p>
        </p:txBody>
      </p:sp>
      <p:sp>
        <p:nvSpPr>
          <p:cNvPr id="4" name="Slide Number Placeholder 3">
            <a:extLst>
              <a:ext uri="{FF2B5EF4-FFF2-40B4-BE49-F238E27FC236}">
                <a16:creationId xmlns:a16="http://schemas.microsoft.com/office/drawing/2014/main" id="{7E8A812E-043C-A6C4-B27C-D0CBA88B17B7}"/>
              </a:ext>
            </a:extLst>
          </p:cNvPr>
          <p:cNvSpPr>
            <a:spLocks noGrp="1"/>
          </p:cNvSpPr>
          <p:nvPr>
            <p:ph type="sldNum" sz="quarter" idx="5"/>
          </p:nvPr>
        </p:nvSpPr>
        <p:spPr/>
        <p:txBody>
          <a:bodyPr/>
          <a:lstStyle/>
          <a:p>
            <a:fld id="{06A25E29-D00C-446C-9935-AFF7AD2E33FB}" type="slidenum">
              <a:rPr lang="en-CA" smtClean="0"/>
              <a:t>11</a:t>
            </a:fld>
            <a:endParaRPr lang="en-CA"/>
          </a:p>
        </p:txBody>
      </p:sp>
    </p:spTree>
    <p:extLst>
      <p:ext uri="{BB962C8B-B14F-4D97-AF65-F5344CB8AC3E}">
        <p14:creationId xmlns:p14="http://schemas.microsoft.com/office/powerpoint/2010/main" val="287523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F964-1EF9-C795-E66A-0D7EB34AB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D6223-C5A1-33BF-DBDC-5EDCF6C4DD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DCA161-E91A-6BDD-7858-7D063D80DC7E}"/>
              </a:ext>
            </a:extLst>
          </p:cNvPr>
          <p:cNvSpPr>
            <a:spLocks noGrp="1"/>
          </p:cNvSpPr>
          <p:nvPr>
            <p:ph type="body" idx="1"/>
          </p:nvPr>
        </p:nvSpPr>
        <p:spPr/>
        <p:txBody>
          <a:bodyPr/>
          <a:lstStyle/>
          <a:p>
            <a:r>
              <a:rPr lang="en-CA" dirty="0"/>
              <a:t>Cuando se aprende un nuevo lenguaje, se quiere que el enfoque esté en el lenguaje.</a:t>
            </a:r>
          </a:p>
          <a:p>
            <a:r>
              <a:rPr lang="en-CA" dirty="0"/>
              <a:t>Usar un IDE introduce una herramienta que también hay que aprender. Esto puede no ser un problema para un desarrollador experimentado que quiere aprender Java, pero un estudiante de cualquier nivel probablemente encontrará la herramienta como una distracción.</a:t>
            </a:r>
          </a:p>
          <a:p>
            <a:r>
              <a:rPr lang="en-CA" dirty="0"/>
              <a:t>Python ejecuta programas con una sola línea de comandos. Ahora Java también lo hace.</a:t>
            </a:r>
          </a:p>
          <a:p>
            <a:r>
              <a:rPr lang="en-CA" dirty="0"/>
              <a:t>El archivo único puede contener una sola clase con su método main o múltiples clases.</a:t>
            </a:r>
          </a:p>
          <a:p>
            <a:r>
              <a:rPr lang="en-CA" dirty="0"/>
              <a:t>Aunque las convenciones para escribir Java nos indican usar múltiples archivos de clase, eso nunca fue necesario.</a:t>
            </a:r>
          </a:p>
          <a:p>
            <a:r>
              <a:rPr lang="en-CA" dirty="0"/>
              <a:t>El lanzamiento de archivo único solo requiere un editor de texto, notepad o vim, y el código puede compilarse y ejecutarse con una sola línea de comandos. Sin un IDE que complique las cosas.</a:t>
            </a:r>
          </a:p>
          <a:p>
            <a:r>
              <a:rPr lang="en-CA" dirty="0"/>
              <a:t>En el entorno Linux/Mac existe la sintaxis Shebang, que hace que ejecutar un programa de archivo único sea tan fácil como ejecutar un script de shell.</a:t>
            </a:r>
          </a:p>
          <a:p>
            <a:endParaRPr lang="en-CA" dirty="0"/>
          </a:p>
          <a:p>
            <a:r>
              <a:rPr lang="en-CA" dirty="0"/>
              <a:t>Haga una demostración de un programa de archivo único y de un programa multiarchivo.</a:t>
            </a:r>
          </a:p>
          <a:p>
            <a:r>
              <a:rPr lang="en-CA" dirty="0"/>
              <a:t>Abra el editor que tiene JavaCalculations03.java. Esta es una versión OOP de un cálculo de préstamo. Usa la función preview ‘record’. Copie la instrucción java al final del archivo.</a:t>
            </a:r>
          </a:p>
          <a:p>
            <a:r>
              <a:rPr lang="en-CA" dirty="0"/>
              <a:t>Abra la consola/terminal que preparó, ubicada en la carpeta donde están los archivos java.</a:t>
            </a:r>
          </a:p>
          <a:p>
            <a:r>
              <a:rPr lang="en-CA" dirty="0"/>
              <a:t>Pegue la línea de comandos java en la consola/terminal; el programa comenzará y le pedirá los datos del préstamo.</a:t>
            </a:r>
          </a:p>
          <a:p>
            <a:r>
              <a:rPr lang="en-CA" dirty="0"/>
              <a:t>Los otros dos archivos java también se ejecutarán en la línea de comandos.</a:t>
            </a:r>
          </a:p>
          <a:p>
            <a:endParaRPr lang="en-CA" dirty="0"/>
          </a:p>
        </p:txBody>
      </p:sp>
      <p:sp>
        <p:nvSpPr>
          <p:cNvPr id="4" name="Slide Number Placeholder 3">
            <a:extLst>
              <a:ext uri="{FF2B5EF4-FFF2-40B4-BE49-F238E27FC236}">
                <a16:creationId xmlns:a16="http://schemas.microsoft.com/office/drawing/2014/main" id="{7E8A812E-043C-A6C4-B27C-D0CBA88B17B7}"/>
              </a:ext>
            </a:extLst>
          </p:cNvPr>
          <p:cNvSpPr>
            <a:spLocks noGrp="1"/>
          </p:cNvSpPr>
          <p:nvPr>
            <p:ph type="sldNum" sz="quarter" idx="5"/>
          </p:nvPr>
        </p:nvSpPr>
        <p:spPr/>
        <p:txBody>
          <a:bodyPr/>
          <a:lstStyle/>
          <a:p>
            <a:fld id="{06A25E29-D00C-446C-9935-AFF7AD2E33FB}" type="slidenum">
              <a:rPr lang="en-CA" smtClean="0"/>
              <a:t>12</a:t>
            </a:fld>
            <a:endParaRPr lang="en-CA"/>
          </a:p>
        </p:txBody>
      </p:sp>
    </p:spTree>
    <p:extLst>
      <p:ext uri="{BB962C8B-B14F-4D97-AF65-F5344CB8AC3E}">
        <p14:creationId xmlns:p14="http://schemas.microsoft.com/office/powerpoint/2010/main" val="23330460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programa original Hello World de Java. Está lleno de decoraciones OOP, el texto en rojo. En un entorno de clase es común decirles a los estudiantes que ignoren estas decoraciones, ya que se explicarán en lecciones posteriores. </a:t>
            </a:r>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13</a:t>
            </a:fld>
            <a:endParaRPr lang="en-CA"/>
          </a:p>
        </p:txBody>
      </p:sp>
    </p:spTree>
    <p:extLst>
      <p:ext uri="{BB962C8B-B14F-4D97-AF65-F5344CB8AC3E}">
        <p14:creationId xmlns:p14="http://schemas.microsoft.com/office/powerpoint/2010/main" val="323187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JEP 445 es la simplificación más significativa de Java para la educación. Ya no se necesita “public class”, ni control de acceso ni static. Todos los métodos se tratan como “public static”. </a:t>
            </a:r>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14</a:t>
            </a:fld>
            <a:endParaRPr lang="en-CA"/>
          </a:p>
        </p:txBody>
      </p:sp>
    </p:spTree>
    <p:extLst>
      <p:ext uri="{BB962C8B-B14F-4D97-AF65-F5344CB8AC3E}">
        <p14:creationId xmlns:p14="http://schemas.microsoft.com/office/powerpoint/2010/main" val="2744876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16</a:t>
            </a:fld>
            <a:endParaRPr lang="en-CA"/>
          </a:p>
        </p:txBody>
      </p:sp>
    </p:spTree>
    <p:extLst>
      <p:ext uri="{BB962C8B-B14F-4D97-AF65-F5344CB8AC3E}">
        <p14:creationId xmlns:p14="http://schemas.microsoft.com/office/powerpoint/2010/main" val="14153491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A25E29-D00C-446C-9935-AFF7AD2E33FB}"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86039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A25E29-D00C-446C-9935-AFF7AD2E33FB}"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15885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A25E29-D00C-446C-9935-AFF7AD2E33FB}"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05672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Java es un lenguaje tipado.</a:t>
            </a:r>
          </a:p>
          <a:p>
            <a:endParaRPr lang="en-CA" dirty="0"/>
          </a:p>
          <a:p>
            <a:r>
              <a:rPr lang="en-CA" dirty="0"/>
              <a:t>Toda variable debe declararse con un tipo.</a:t>
            </a:r>
          </a:p>
          <a:p>
            <a:endParaRPr lang="en-CA" dirty="0"/>
          </a:p>
          <a:p>
            <a:r>
              <a:rPr lang="en-CA" dirty="0"/>
              <a:t>Los tipos primitivos solo necesitan que el tipo se muestre una vez, como en ‘int x;’</a:t>
            </a:r>
          </a:p>
          <a:p>
            <a:endParaRPr lang="en-CA" dirty="0"/>
          </a:p>
          <a:p>
            <a:r>
              <a:rPr lang="en-CA" dirty="0"/>
              <a:t>Las referencias han requerido que el tipo se muestre dos veces.</a:t>
            </a:r>
          </a:p>
          <a:p>
            <a:endParaRPr lang="en-CA" dirty="0"/>
          </a:p>
          <a:p>
            <a:r>
              <a:rPr lang="en-CA" dirty="0"/>
              <a:t>La nueva palabra clave var elimina esta repetición.</a:t>
            </a:r>
          </a:p>
          <a:p>
            <a:endParaRPr lang="en-CA" dirty="0"/>
          </a:p>
          <a:p>
            <a:r>
              <a:rPr lang="en-CA" dirty="0"/>
              <a:t>Se elimina otra queja sobre la verbosidad o el exceso de código.</a:t>
            </a:r>
          </a:p>
          <a:p>
            <a:endParaRPr lang="en-CA" dirty="0"/>
          </a:p>
          <a:p>
            <a:r>
              <a:rPr lang="en-CA" dirty="0"/>
              <a:t>Una de las razones más comunes de una </a:t>
            </a:r>
            <a:r>
              <a:rPr lang="en-CA" dirty="0" err="1"/>
              <a:t>NullPointerException</a:t>
            </a:r>
            <a:r>
              <a:rPr lang="en-CA" dirty="0"/>
              <a:t> local es olvidar instanciar una referencia. Con var debe estar instanciada. </a:t>
            </a:r>
          </a:p>
        </p:txBody>
      </p:sp>
      <p:sp>
        <p:nvSpPr>
          <p:cNvPr id="4" name="Slide Number Placeholder 3"/>
          <p:cNvSpPr>
            <a:spLocks noGrp="1"/>
          </p:cNvSpPr>
          <p:nvPr>
            <p:ph type="sldNum" sz="quarter" idx="5"/>
          </p:nvPr>
        </p:nvSpPr>
        <p:spPr/>
        <p:txBody>
          <a:bodyPr/>
          <a:lstStyle/>
          <a:p>
            <a:fld id="{06A25E29-D00C-446C-9935-AFF7AD2E33FB}" type="slidenum">
              <a:rPr lang="en-CA" smtClean="0"/>
              <a:t>20</a:t>
            </a:fld>
            <a:endParaRPr lang="en-CA"/>
          </a:p>
        </p:txBody>
      </p:sp>
    </p:spTree>
    <p:extLst>
      <p:ext uri="{BB962C8B-B14F-4D97-AF65-F5344CB8AC3E}">
        <p14:creationId xmlns:p14="http://schemas.microsoft.com/office/powerpoint/2010/main" val="28557276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 alguien realmente le gusta concatenar cadenas largas para que no se salgan del borde de la cadena?</a:t>
            </a:r>
          </a:p>
          <a:p>
            <a:endParaRPr lang="en-CA" dirty="0"/>
          </a:p>
          <a:p>
            <a:r>
              <a:rPr lang="en-CA" dirty="0"/>
              <a:t>¿Qué hay de las cadenas con formato, como en XML o HTML? No solo hay que concatenar, sino también insertar espacios para mantener el formato. Es dudoso que alguien se moleste en hacerlo.</a:t>
            </a:r>
          </a:p>
          <a:p>
            <a:endParaRPr lang="en-CA" dirty="0"/>
          </a:p>
          <a:p>
            <a:r>
              <a:rPr lang="en-CA" dirty="0"/>
              <a:t>Los siguientes dos ejemplos muestran una página HTML como una sola cadena. Debería ser obvio cuál tiene más sentido.</a:t>
            </a:r>
          </a:p>
        </p:txBody>
      </p:sp>
      <p:sp>
        <p:nvSpPr>
          <p:cNvPr id="4" name="Slide Number Placeholder 3"/>
          <p:cNvSpPr>
            <a:spLocks noGrp="1"/>
          </p:cNvSpPr>
          <p:nvPr>
            <p:ph type="sldNum" sz="quarter" idx="5"/>
          </p:nvPr>
        </p:nvSpPr>
        <p:spPr/>
        <p:txBody>
          <a:bodyPr/>
          <a:lstStyle/>
          <a:p>
            <a:fld id="{06A25E29-D00C-446C-9935-AFF7AD2E33FB}" type="slidenum">
              <a:rPr lang="en-CA" smtClean="0"/>
              <a:t>21</a:t>
            </a:fld>
            <a:endParaRPr lang="en-CA"/>
          </a:p>
        </p:txBody>
      </p:sp>
    </p:spTree>
    <p:extLst>
      <p:ext uri="{BB962C8B-B14F-4D97-AF65-F5344CB8AC3E}">
        <p14:creationId xmlns:p14="http://schemas.microsoft.com/office/powerpoint/2010/main" val="20119938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Los viejos y malos tiempos de las comillas, los signos más y las cadenas.</a:t>
            </a:r>
          </a:p>
        </p:txBody>
      </p:sp>
      <p:sp>
        <p:nvSpPr>
          <p:cNvPr id="4" name="Slide Number Placeholder 3"/>
          <p:cNvSpPr>
            <a:spLocks noGrp="1"/>
          </p:cNvSpPr>
          <p:nvPr>
            <p:ph type="sldNum" sz="quarter" idx="5"/>
          </p:nvPr>
        </p:nvSpPr>
        <p:spPr/>
        <p:txBody>
          <a:bodyPr/>
          <a:lstStyle/>
          <a:p>
            <a:fld id="{06A25E29-D00C-446C-9935-AFF7AD2E33FB}" type="slidenum">
              <a:rPr lang="en-CA" smtClean="0"/>
              <a:t>22</a:t>
            </a:fld>
            <a:endParaRPr lang="en-CA"/>
          </a:p>
        </p:txBody>
      </p:sp>
    </p:spTree>
    <p:extLst>
      <p:ext uri="{BB962C8B-B14F-4D97-AF65-F5344CB8AC3E}">
        <p14:creationId xmlns:p14="http://schemas.microsoft.com/office/powerpoint/2010/main" val="6713726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El enfoque del siglo 21 para cadenas largas.</a:t>
            </a:r>
          </a:p>
          <a:p>
            <a:endParaRPr lang="en-CA" dirty="0"/>
          </a:p>
          <a:p>
            <a:r>
              <a:rPr lang="en-CA" dirty="0"/>
              <a:t>La cadena más a la izquierda define el margen izquierdo, y esa misma cantidad de espacios se recorta de cada línea.</a:t>
            </a:r>
          </a:p>
          <a:p>
            <a:endParaRPr lang="en-CA" dirty="0"/>
          </a:p>
          <a:p>
            <a:r>
              <a:rPr lang="en-CA" dirty="0"/>
              <a:t>Los espacios a la derecha se dejan tal cual.</a:t>
            </a:r>
          </a:p>
          <a:p>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23</a:t>
            </a:fld>
            <a:endParaRPr lang="en-CA"/>
          </a:p>
        </p:txBody>
      </p:sp>
    </p:spTree>
    <p:extLst>
      <p:ext uri="{BB962C8B-B14F-4D97-AF65-F5344CB8AC3E}">
        <p14:creationId xmlns:p14="http://schemas.microsoft.com/office/powerpoint/2010/main" val="13010459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usamos el método formatted de String para insertar marcadores de posición de variables dentro de un String, de forma similar a </a:t>
            </a:r>
            <a:r>
              <a:rPr lang="en-US" dirty="0" err="1"/>
              <a:t>printf</a:t>
            </a:r>
            <a:r>
              <a:rPr lang="en-US" dirty="0"/>
              <a:t>.</a:t>
            </a:r>
            <a:endParaRPr lang="en-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A25E29-D00C-446C-9935-AFF7AD2E33FB}"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25474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El switch de Java es en realidad el switch original de C.</a:t>
            </a:r>
          </a:p>
          <a:p>
            <a:endParaRPr lang="en-CA" dirty="0"/>
          </a:p>
          <a:p>
            <a:r>
              <a:rPr lang="en-CA" dirty="0"/>
              <a:t>Aunque muchas cosas han cambiado, el switch no lo ha hecho.</a:t>
            </a:r>
          </a:p>
          <a:p>
            <a:endParaRPr lang="en-CA" dirty="0"/>
          </a:p>
          <a:p>
            <a:r>
              <a:rPr lang="en-CA" dirty="0"/>
              <a:t>Ahora tenemos tres formatos distintos de switch: el original, la expresión y la regla.</a:t>
            </a:r>
          </a:p>
          <a:p>
            <a:endParaRPr lang="en-CA" dirty="0"/>
          </a:p>
          <a:p>
            <a:r>
              <a:rPr lang="en-CA" dirty="0"/>
              <a:t>La verbosidad se reduce nuevamente al eliminar el break en los estilos de expresión y regla.</a:t>
            </a:r>
          </a:p>
          <a:p>
            <a:endParaRPr lang="en-CA" dirty="0"/>
          </a:p>
          <a:p>
            <a:r>
              <a:rPr lang="en-CA" dirty="0"/>
              <a:t>Es aún más notable al reducir la cantidad de código que hay que escribir, como mostrará la próxima diapositiva.</a:t>
            </a:r>
          </a:p>
        </p:txBody>
      </p:sp>
      <p:sp>
        <p:nvSpPr>
          <p:cNvPr id="4" name="Slide Number Placeholder 3"/>
          <p:cNvSpPr>
            <a:spLocks noGrp="1"/>
          </p:cNvSpPr>
          <p:nvPr>
            <p:ph type="sldNum" sz="quarter" idx="5"/>
          </p:nvPr>
        </p:nvSpPr>
        <p:spPr/>
        <p:txBody>
          <a:bodyPr/>
          <a:lstStyle/>
          <a:p>
            <a:fld id="{06A25E29-D00C-446C-9935-AFF7AD2E33FB}" type="slidenum">
              <a:rPr lang="en-CA" smtClean="0"/>
              <a:t>25</a:t>
            </a:fld>
            <a:endParaRPr lang="en-CA"/>
          </a:p>
        </p:txBody>
      </p:sp>
    </p:spTree>
    <p:extLst>
      <p:ext uri="{BB962C8B-B14F-4D97-AF65-F5344CB8AC3E}">
        <p14:creationId xmlns:p14="http://schemas.microsoft.com/office/powerpoint/2010/main" val="36578945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Este es el switch en formato de expresión.</a:t>
            </a:r>
          </a:p>
          <a:p>
            <a:endParaRPr lang="en-CA" dirty="0"/>
          </a:p>
          <a:p>
            <a:r>
              <a:rPr lang="en-CA" dirty="0"/>
              <a:t>El switch tradicional a la izquierda tiene 15 líneas.</a:t>
            </a:r>
          </a:p>
          <a:p>
            <a:endParaRPr lang="en-CA" dirty="0"/>
          </a:p>
          <a:p>
            <a:r>
              <a:rPr lang="en-CA" dirty="0"/>
              <a:t>El nuevo switch de expresión tiene 7 líneas.</a:t>
            </a:r>
          </a:p>
          <a:p>
            <a:endParaRPr lang="en-CA" dirty="0"/>
          </a:p>
          <a:p>
            <a:r>
              <a:rPr lang="en-CA" dirty="0"/>
              <a:t>No tener que explicar por qué cada case necesita un break hará que enseñar Java sea más placentero.</a:t>
            </a:r>
          </a:p>
          <a:p>
            <a:endParaRPr lang="en-CA" dirty="0"/>
          </a:p>
          <a:p>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26</a:t>
            </a:fld>
            <a:endParaRPr lang="en-CA"/>
          </a:p>
        </p:txBody>
      </p:sp>
    </p:spTree>
    <p:extLst>
      <p:ext uri="{BB962C8B-B14F-4D97-AF65-F5344CB8AC3E}">
        <p14:creationId xmlns:p14="http://schemas.microsoft.com/office/powerpoint/2010/main" val="8694298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En el switch con pattern matching se puede usar un objeto como parámetro del switch.</a:t>
            </a:r>
          </a:p>
          <a:p>
            <a:endParaRPr lang="en-CA" dirty="0"/>
          </a:p>
          <a:p>
            <a:r>
              <a:rPr lang="en-CA" dirty="0"/>
              <a:t>Cada case puede probar si el objeto es de un tipo específico o de su superclase.</a:t>
            </a:r>
          </a:p>
          <a:p>
            <a:endParaRPr lang="en-CA" dirty="0"/>
          </a:p>
          <a:p>
            <a:r>
              <a:rPr lang="en-CA" dirty="0"/>
              <a:t>También introduce múltiples pruebas dentro de un case.</a:t>
            </a:r>
          </a:p>
          <a:p>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27</a:t>
            </a:fld>
            <a:endParaRPr lang="en-CA"/>
          </a:p>
        </p:txBody>
      </p:sp>
    </p:spTree>
    <p:extLst>
      <p:ext uri="{BB962C8B-B14F-4D97-AF65-F5344CB8AC3E}">
        <p14:creationId xmlns:p14="http://schemas.microsoft.com/office/powerpoint/2010/main" val="33217774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mayoría de las nuevas funciones agregadas al lenguaje Java se ponen a disposición primero como funciones preview. Como tales, no están disponibles en su código a menos que indique que usará funciones preview. Por lo tanto, no están listas para producción, pero probablemente lo estarán en una versión posterior de Java. Usando las opciones, texto que comienza con dos guiones, se permite el uso de la función en su código. Podría haber cambios en estas funciones preview antes de que se conviertan en parte estándar del lenguaje.</a:t>
            </a:r>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28</a:t>
            </a:fld>
            <a:endParaRPr lang="en-CA"/>
          </a:p>
        </p:txBody>
      </p:sp>
    </p:spTree>
    <p:extLst>
      <p:ext uri="{BB962C8B-B14F-4D97-AF65-F5344CB8AC3E}">
        <p14:creationId xmlns:p14="http://schemas.microsoft.com/office/powerpoint/2010/main" val="32663880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8024D-0AE3-E14B-B8F6-0FF5442F7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0A668-AFC1-7783-598C-5056228E15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A46A8-F9E8-8C5F-EA74-1AD11A05EC5F}"/>
              </a:ext>
            </a:extLst>
          </p:cNvPr>
          <p:cNvSpPr>
            <a:spLocks noGrp="1"/>
          </p:cNvSpPr>
          <p:nvPr>
            <p:ph type="body" idx="1"/>
          </p:nvPr>
        </p:nvSpPr>
        <p:spPr/>
        <p:txBody>
          <a:bodyPr/>
          <a:lstStyle/>
          <a:p>
            <a:r>
              <a:rPr lang="en-CA" dirty="0"/>
              <a:t>En el switch con pattern matching se puede usar un objeto como parámetro del switch.</a:t>
            </a:r>
          </a:p>
          <a:p>
            <a:endParaRPr lang="en-CA" dirty="0"/>
          </a:p>
          <a:p>
            <a:r>
              <a:rPr lang="en-CA" dirty="0"/>
              <a:t>Cada case puede probar si el objeto es de un tipo específico o de su superclase.</a:t>
            </a:r>
          </a:p>
          <a:p>
            <a:endParaRPr lang="en-CA" dirty="0"/>
          </a:p>
          <a:p>
            <a:r>
              <a:rPr lang="en-CA" dirty="0"/>
              <a:t>También introduce múltiples pruebas dentro de un case.</a:t>
            </a:r>
          </a:p>
          <a:p>
            <a:endParaRPr lang="en-CA" dirty="0"/>
          </a:p>
        </p:txBody>
      </p:sp>
      <p:sp>
        <p:nvSpPr>
          <p:cNvPr id="4" name="Slide Number Placeholder 3">
            <a:extLst>
              <a:ext uri="{FF2B5EF4-FFF2-40B4-BE49-F238E27FC236}">
                <a16:creationId xmlns:a16="http://schemas.microsoft.com/office/drawing/2014/main" id="{AEDDB1BC-3D6C-167B-83F5-B7CF5F7C2AD2}"/>
              </a:ext>
            </a:extLst>
          </p:cNvPr>
          <p:cNvSpPr>
            <a:spLocks noGrp="1"/>
          </p:cNvSpPr>
          <p:nvPr>
            <p:ph type="sldNum" sz="quarter" idx="5"/>
          </p:nvPr>
        </p:nvSpPr>
        <p:spPr/>
        <p:txBody>
          <a:bodyPr/>
          <a:lstStyle/>
          <a:p>
            <a:fld id="{06A25E29-D00C-446C-9935-AFF7AD2E33FB}" type="slidenum">
              <a:rPr lang="en-CA" smtClean="0"/>
              <a:t>29</a:t>
            </a:fld>
            <a:endParaRPr lang="en-CA"/>
          </a:p>
        </p:txBody>
      </p:sp>
    </p:spTree>
    <p:extLst>
      <p:ext uri="{BB962C8B-B14F-4D97-AF65-F5344CB8AC3E}">
        <p14:creationId xmlns:p14="http://schemas.microsoft.com/office/powerpoint/2010/main" val="25952155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La clase estilo JavaBean es el diseño de clase preferido para almacenar datos.</a:t>
            </a:r>
          </a:p>
          <a:p>
            <a:endParaRPr lang="en-CA" dirty="0"/>
          </a:p>
          <a:p>
            <a:r>
              <a:rPr lang="en-CA" dirty="0"/>
              <a:t>Numerosos frameworks dependen de clases con setters, getters, </a:t>
            </a:r>
            <a:r>
              <a:rPr lang="en-CA" dirty="0" err="1"/>
              <a:t>hashCode</a:t>
            </a:r>
            <a:r>
              <a:rPr lang="en-CA" dirty="0"/>
              <a:t>, equals y </a:t>
            </a:r>
            <a:r>
              <a:rPr lang="en-CA" dirty="0" err="1"/>
              <a:t>toString</a:t>
            </a:r>
            <a:r>
              <a:rPr lang="en-CA" dirty="0"/>
              <a:t>.</a:t>
            </a:r>
          </a:p>
          <a:p>
            <a:endParaRPr lang="en-CA" dirty="0"/>
          </a:p>
          <a:p>
            <a:r>
              <a:rPr lang="en-CA" dirty="0"/>
              <a:t>El modelo de programación moderno se está alejando del bean mutable hacia el inmutable, inicializado mediante el constructor y que solo tiene getters además de los otros métodos.</a:t>
            </a:r>
          </a:p>
          <a:p>
            <a:endParaRPr lang="en-CA" dirty="0"/>
          </a:p>
          <a:p>
            <a:r>
              <a:rPr lang="en-CA" dirty="0"/>
              <a:t>El nuevo tipo de clase record aborda la cantidad de código que hay que escribir y fomenta la inmutabilidad.</a:t>
            </a:r>
          </a:p>
          <a:p>
            <a:endParaRPr lang="en-CA" dirty="0"/>
          </a:p>
          <a:p>
            <a:r>
              <a:rPr lang="en-CA" dirty="0"/>
              <a:t>Los objetos de datos inmutables pueden ocupar un lugar central en una aplicación.</a:t>
            </a:r>
          </a:p>
          <a:p>
            <a:endParaRPr lang="en-CA" dirty="0"/>
          </a:p>
          <a:p>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30</a:t>
            </a:fld>
            <a:endParaRPr lang="en-CA"/>
          </a:p>
        </p:txBody>
      </p:sp>
    </p:spTree>
    <p:extLst>
      <p:ext uri="{BB962C8B-B14F-4D97-AF65-F5344CB8AC3E}">
        <p14:creationId xmlns:p14="http://schemas.microsoft.com/office/powerpoint/2010/main" val="39284716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En lugar de declarar las variables de instancia después de la declaración de la clase, ahora se listan en la firma de la clase.</a:t>
            </a:r>
          </a:p>
          <a:p>
            <a:endParaRPr lang="en-CA" dirty="0"/>
          </a:p>
          <a:p>
            <a:r>
              <a:rPr lang="en-CA" dirty="0"/>
              <a:t>Estas variables de instancia son privadas de forma natural.</a:t>
            </a:r>
          </a:p>
          <a:p>
            <a:endParaRPr lang="en-CA" dirty="0"/>
          </a:p>
          <a:p>
            <a:r>
              <a:rPr lang="en-CA" dirty="0"/>
              <a:t>Note lo que falta.</a:t>
            </a:r>
          </a:p>
          <a:p>
            <a:endParaRPr lang="en-CA" dirty="0"/>
          </a:p>
          <a:p>
            <a:r>
              <a:rPr lang="en-CA" dirty="0"/>
              <a:t>No hay setters, de modo que el objeto creado así es inmutable.</a:t>
            </a:r>
          </a:p>
          <a:p>
            <a:endParaRPr lang="en-CA" dirty="0"/>
          </a:p>
          <a:p>
            <a:r>
              <a:rPr lang="en-CA" dirty="0"/>
              <a:t>No hay getter, pero el valor de cualquier variable de instancia puede leerse simplemente usando el nombre de la variable.</a:t>
            </a:r>
          </a:p>
          <a:p>
            <a:endParaRPr lang="en-CA" dirty="0"/>
          </a:p>
          <a:p>
            <a:r>
              <a:rPr lang="en-CA" dirty="0"/>
              <a:t>Hay un </a:t>
            </a:r>
            <a:r>
              <a:rPr lang="en-CA" dirty="0" err="1"/>
              <a:t>hashCode</a:t>
            </a:r>
            <a:r>
              <a:rPr lang="en-CA" dirty="0"/>
              <a:t>, un equals y un </a:t>
            </a:r>
            <a:r>
              <a:rPr lang="en-CA" dirty="0" err="1"/>
              <a:t>toString</a:t>
            </a:r>
            <a:r>
              <a:rPr lang="en-CA" dirty="0"/>
              <a:t> listos para usarse.</a:t>
            </a:r>
          </a:p>
          <a:p>
            <a:endParaRPr lang="en-CA" dirty="0"/>
          </a:p>
          <a:p>
            <a:r>
              <a:rPr lang="en-CA" dirty="0"/>
              <a:t>El nuevo constructor compacto permite validación si es necesario.</a:t>
            </a:r>
          </a:p>
        </p:txBody>
      </p:sp>
      <p:sp>
        <p:nvSpPr>
          <p:cNvPr id="4" name="Slide Number Placeholder 3"/>
          <p:cNvSpPr>
            <a:spLocks noGrp="1"/>
          </p:cNvSpPr>
          <p:nvPr>
            <p:ph type="sldNum" sz="quarter" idx="5"/>
          </p:nvPr>
        </p:nvSpPr>
        <p:spPr/>
        <p:txBody>
          <a:bodyPr/>
          <a:lstStyle/>
          <a:p>
            <a:fld id="{06A25E29-D00C-446C-9935-AFF7AD2E33FB}" type="slidenum">
              <a:rPr lang="en-CA" smtClean="0"/>
              <a:t>31</a:t>
            </a:fld>
            <a:endParaRPr lang="en-CA"/>
          </a:p>
        </p:txBody>
      </p:sp>
    </p:spTree>
    <p:extLst>
      <p:ext uri="{BB962C8B-B14F-4D97-AF65-F5344CB8AC3E}">
        <p14:creationId xmlns:p14="http://schemas.microsoft.com/office/powerpoint/2010/main" val="13195075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Para cualquiera que esté aprendiendo a programar, Python y JavaScript se promocionan como mucho más fáciles de aprender que Java.</a:t>
            </a:r>
          </a:p>
          <a:p>
            <a:endParaRPr lang="en-CA" dirty="0"/>
          </a:p>
          <a:p>
            <a:r>
              <a:rPr lang="en-CA" dirty="0"/>
              <a:t>No se requieren herramientas sofisticadas como los IDE, pero tampoco se requieren para Java. Lamentablemente, el hecho de que Java pueda ser tan fácil de usar como Python y JavaScript se ha mantenido en secreto.</a:t>
            </a:r>
          </a:p>
          <a:p>
            <a:endParaRPr lang="en-CA" dirty="0"/>
          </a:p>
          <a:p>
            <a:r>
              <a:rPr lang="en-CA" dirty="0"/>
              <a:t>Ambos lenguajes se han vuelto populares perpetuando el mito de que son más modernos. Python es más antiguo que Java, y JavaScript es apenas un año más joven.</a:t>
            </a:r>
          </a:p>
          <a:p>
            <a:endParaRPr lang="en-CA" dirty="0"/>
          </a:p>
          <a:p>
            <a:r>
              <a:rPr lang="en-CA" dirty="0"/>
              <a:t>Java se desarrolló para ejecutar los sistemas de los que depende el mundo. </a:t>
            </a:r>
          </a:p>
          <a:p>
            <a:endParaRPr lang="en-CA" dirty="0"/>
          </a:p>
          <a:p>
            <a:r>
              <a:rPr lang="en-CA" dirty="0"/>
              <a:t>Java ganó su reputación de complejidad no porque fuera complejo, sino porque se usó para manejar problemas complejos.</a:t>
            </a:r>
          </a:p>
          <a:p>
            <a:endParaRPr lang="en-CA" dirty="0"/>
          </a:p>
          <a:p>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33</a:t>
            </a:fld>
            <a:endParaRPr lang="en-CA"/>
          </a:p>
        </p:txBody>
      </p:sp>
    </p:spTree>
    <p:extLst>
      <p:ext uri="{BB962C8B-B14F-4D97-AF65-F5344CB8AC3E}">
        <p14:creationId xmlns:p14="http://schemas.microsoft.com/office/powerpoint/2010/main" val="9063368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La comparación busca mostrar la diferencia entre los lenguajes.</a:t>
            </a:r>
          </a:p>
          <a:p>
            <a:endParaRPr lang="en-CA" dirty="0"/>
          </a:p>
          <a:p>
            <a:r>
              <a:rPr lang="en-CA" dirty="0"/>
              <a:t>No se trata de qué lenguaje tiene mejor sintaxis o estilo.</a:t>
            </a:r>
          </a:p>
          <a:p>
            <a:endParaRPr lang="en-CA" dirty="0"/>
          </a:p>
          <a:p>
            <a:r>
              <a:rPr lang="en-CA" dirty="0"/>
              <a:t>Se trata de disipar el mito de que Python es un lenguaje más fácil de entender y significativamente más compacto en su código.</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A25E29-D00C-446C-9935-AFF7AD2E33FB}"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37320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Aquí hay un programa simple que calcula el pago mensual de dinero prestado a una tasa fija.</a:t>
            </a:r>
          </a:p>
          <a:p>
            <a:endParaRPr lang="en-CA" dirty="0"/>
          </a:p>
          <a:p>
            <a:r>
              <a:rPr lang="en-CA" dirty="0"/>
              <a:t>En Python parece bastante sencillo.</a:t>
            </a:r>
          </a:p>
          <a:p>
            <a:endParaRPr lang="en-CA" dirty="0"/>
          </a:p>
          <a:p>
            <a:r>
              <a:rPr lang="en-CA" dirty="0"/>
              <a:t>Python no es tipado, por lo que los tipos de datos de las variables se determinan en tiempo de ejecución.</a:t>
            </a:r>
          </a:p>
          <a:p>
            <a:endParaRPr lang="en-CA" dirty="0"/>
          </a:p>
          <a:p>
            <a:r>
              <a:rPr lang="en-CA" dirty="0"/>
              <a:t>Note también que las variables de entrada deben convertirse a un tipo.</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Me pregunto qué pasará si la tasa de interés es ‘bob’.</a:t>
            </a:r>
          </a:p>
          <a:p>
            <a:endParaRPr lang="en-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A25E29-D00C-446C-9935-AFF7AD2E33FB}"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7725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Aquí está el mismo código en Java.</a:t>
            </a:r>
          </a:p>
          <a:p>
            <a:endParaRPr lang="en-CA" dirty="0"/>
          </a:p>
          <a:p>
            <a:r>
              <a:rPr lang="en-CA" dirty="0"/>
              <a:t>Sin contar void main() { y }, tiene la misma cantidad de líneas.</a:t>
            </a:r>
          </a:p>
          <a:p>
            <a:endParaRPr lang="en-CA" dirty="0"/>
          </a:p>
          <a:p>
            <a:r>
              <a:rPr lang="en-CA" dirty="0"/>
              <a:t>¿Qué pasa si ingreso ‘bob’ como tasa de interés? Se lanzará una excepción justo donde se ingresan los datos inválidos.</a:t>
            </a:r>
          </a:p>
          <a:p>
            <a:endParaRPr lang="en-CA" dirty="0"/>
          </a:p>
          <a:p>
            <a:endParaRPr lang="en-CA" dirty="0"/>
          </a:p>
          <a:p>
            <a:endParaRPr lang="en-CA" dirty="0"/>
          </a:p>
          <a:p>
            <a:endParaRPr lang="en-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A25E29-D00C-446C-9935-AFF7AD2E33FB}"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1518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Aquí está el mismo código pero estructurado como una solución orientada a objetos.</a:t>
            </a:r>
          </a:p>
          <a:p>
            <a:endParaRPr lang="en-CA" dirty="0"/>
          </a:p>
          <a:p>
            <a:r>
              <a:rPr lang="en-CA" dirty="0"/>
              <a:t>Para entender las funciones de Python es necesario examinar la última línea de cada función para determinar si están retornando algo.</a:t>
            </a:r>
          </a:p>
          <a:p>
            <a:endParaRPr lang="en-CA" dirty="0"/>
          </a:p>
          <a:p>
            <a:r>
              <a:rPr lang="en-CA" dirty="0"/>
              <a:t>La estructura de tupla es interesante, y hasta la llegada del Record de Java, le daría el punto a Python.</a:t>
            </a:r>
          </a:p>
          <a:p>
            <a:endParaRPr lang="en-CA" dirty="0"/>
          </a:p>
          <a:p>
            <a:r>
              <a:rPr lang="en-CA" dirty="0"/>
              <a:t>No vea el código Python como difícil de entender, especialmente si no lo ha usado. Para un programador de Python, Java se ve extraño.</a:t>
            </a:r>
          </a:p>
          <a:p>
            <a:endParaRPr lang="en-CA" dirty="0"/>
          </a:p>
          <a:p>
            <a:endParaRPr lang="en-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A25E29-D00C-446C-9935-AFF7AD2E33FB}"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21419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La versión OOP de Python tenía 18 líneas, sin contar las líneas en blanco.</a:t>
            </a:r>
          </a:p>
          <a:p>
            <a:endParaRPr lang="en-CA" dirty="0"/>
          </a:p>
          <a:p>
            <a:r>
              <a:rPr lang="en-CA" dirty="0"/>
              <a:t>Esta versión OOP de Java tiene 16 líneas, sin contar las líneas en blanco ni la llave de cierre.</a:t>
            </a:r>
          </a:p>
          <a:p>
            <a:endParaRPr lang="en-CA" dirty="0"/>
          </a:p>
          <a:p>
            <a:r>
              <a:rPr lang="en-CA" dirty="0"/>
              <a:t>Java no es más verboso ni más complejo que Python o JavaScript.</a:t>
            </a:r>
          </a:p>
          <a:p>
            <a:endParaRPr lang="en-CA" dirty="0"/>
          </a:p>
          <a:p>
            <a:endParaRPr lang="en-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A25E29-D00C-446C-9935-AFF7AD2E33FB}"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01671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Python se usa ampliamente en machine learning.</a:t>
            </a:r>
          </a:p>
          <a:p>
            <a:endParaRPr lang="en-CA" dirty="0"/>
          </a:p>
          <a:p>
            <a:r>
              <a:rPr lang="en-CA" dirty="0"/>
              <a:t>Java ha sido lento en adaptarse a este tipo de problema.</a:t>
            </a:r>
          </a:p>
          <a:p>
            <a:endParaRPr lang="en-CA" dirty="0"/>
          </a:p>
          <a:p>
            <a:r>
              <a:rPr lang="en-CA" dirty="0"/>
              <a:t>El trabajo que se está realizando en la plataforma Java, especialmente a través del proyecto OpenJDK Portola, hará que Java sea más atractivo en este espacio, </a:t>
            </a:r>
            <a:r>
              <a:rPr lang="en-US" dirty="0"/>
              <a:t>con </a:t>
            </a:r>
            <a:r>
              <a:rPr lang="en-US" dirty="0" err="1"/>
              <a:t>una mejor</a:t>
            </a:r>
            <a:r>
              <a:rPr lang="en-US" dirty="0"/>
              <a:t> interoperabilidad Java/Native, y un reemplazo simple, seguro y de alto rendimiento para JNI</a:t>
            </a:r>
          </a:p>
          <a:p>
            <a:endParaRPr lang="en-CA" dirty="0"/>
          </a:p>
          <a:p>
            <a:endParaRPr lang="en-CA" dirty="0"/>
          </a:p>
          <a:p>
            <a:r>
              <a:rPr lang="en-CA" dirty="0"/>
              <a:t>También hay un JSR independiente y opcional de Java SE en desarrollo a través del JCP que aborda los aspectos visuales del ML. Con el JSR 381, Java está entrando en el ámbito del machine learning.</a:t>
            </a:r>
          </a:p>
          <a:p>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39</a:t>
            </a:fld>
            <a:endParaRPr lang="en-CA"/>
          </a:p>
        </p:txBody>
      </p:sp>
    </p:spTree>
    <p:extLst>
      <p:ext uri="{BB962C8B-B14F-4D97-AF65-F5344CB8AC3E}">
        <p14:creationId xmlns:p14="http://schemas.microsoft.com/office/powerpoint/2010/main" val="6693213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Java nunca se ha llevado tan bien como debería al interactuar con código escrito en C o C++. Es posible, pero no sencillo.</a:t>
            </a:r>
          </a:p>
          <a:p>
            <a:r>
              <a:rPr lang="en-CA" dirty="0"/>
              <a:t>La Foreign Function &amp; Memory API </a:t>
            </a:r>
            <a:r>
              <a:rPr lang="en-US" dirty="0"/>
              <a:t>ayudará mucho a que esto sea más fácil que el enfoque actual, que requiere JNI.</a:t>
            </a:r>
          </a:p>
          <a:p>
            <a:r>
              <a:rPr lang="en-US" dirty="0"/>
              <a:t>Cuando alguien diga que debe usar Python para trabajos de IA/ML, dígale “¡No tan rápido!”.</a:t>
            </a:r>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40</a:t>
            </a:fld>
            <a:endParaRPr lang="en-CA"/>
          </a:p>
        </p:txBody>
      </p:sp>
    </p:spTree>
    <p:extLst>
      <p:ext uri="{BB962C8B-B14F-4D97-AF65-F5344CB8AC3E}">
        <p14:creationId xmlns:p14="http://schemas.microsoft.com/office/powerpoint/2010/main" val="5587657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La Máquina Virtual de Java es la base sobre la cual se están creando lenguajes nuevos e incluso antiguos.</a:t>
            </a:r>
          </a:p>
          <a:p>
            <a:endParaRPr lang="en-CA" dirty="0"/>
          </a:p>
          <a:p>
            <a:r>
              <a:rPr lang="en-CA" dirty="0"/>
              <a:t>Esto significa que las habilidades en Java y muchas bibliotecas de Java pueden usarse en otros lenguajes.</a:t>
            </a:r>
          </a:p>
        </p:txBody>
      </p:sp>
      <p:sp>
        <p:nvSpPr>
          <p:cNvPr id="4" name="Slide Number Placeholder 3"/>
          <p:cNvSpPr>
            <a:spLocks noGrp="1"/>
          </p:cNvSpPr>
          <p:nvPr>
            <p:ph type="sldNum" sz="quarter" idx="5"/>
          </p:nvPr>
        </p:nvSpPr>
        <p:spPr/>
        <p:txBody>
          <a:bodyPr/>
          <a:lstStyle/>
          <a:p>
            <a:fld id="{06A25E29-D00C-446C-9935-AFF7AD2E33FB}" type="slidenum">
              <a:rPr lang="en-CA" smtClean="0"/>
              <a:t>41</a:t>
            </a:fld>
            <a:endParaRPr lang="en-CA"/>
          </a:p>
        </p:txBody>
      </p:sp>
    </p:spTree>
    <p:extLst>
      <p:ext uri="{BB962C8B-B14F-4D97-AF65-F5344CB8AC3E}">
        <p14:creationId xmlns:p14="http://schemas.microsoft.com/office/powerpoint/2010/main" val="37203924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Esta presentación fue preparada por un instructor universitario de Ciencias de la Computación.</a:t>
            </a:r>
          </a:p>
          <a:p>
            <a:endParaRPr lang="en-CA" dirty="0"/>
          </a:p>
          <a:p>
            <a:r>
              <a:rPr lang="en-CA" dirty="0"/>
              <a:t>Sé que muchos instructores no participan en la comunidad.</a:t>
            </a:r>
          </a:p>
          <a:p>
            <a:endParaRPr lang="en-CA" dirty="0"/>
          </a:p>
          <a:p>
            <a:r>
              <a:rPr lang="en-CA" dirty="0"/>
              <a:t>Los estudiantes están regresando a Ciencias de la Computación; las solicitudes a los programas alrededor del mundo están aumentando significativamente.</a:t>
            </a:r>
          </a:p>
          <a:p>
            <a:endParaRPr lang="en-CA" dirty="0"/>
          </a:p>
          <a:p>
            <a:r>
              <a:rPr lang="en-CA" dirty="0"/>
              <a:t>Necesitamos alentar a estos programas a hacer de Java un lenguaje de primera clase.</a:t>
            </a:r>
          </a:p>
          <a:p>
            <a:endParaRPr lang="en-CA" dirty="0"/>
          </a:p>
          <a:p>
            <a:r>
              <a:rPr lang="en-CA" dirty="0"/>
              <a:t>Necesitamos disipar el mito sobre Java.</a:t>
            </a:r>
          </a:p>
          <a:p>
            <a:endParaRPr lang="en-CA" dirty="0"/>
          </a:p>
          <a:p>
            <a:r>
              <a:rPr lang="en-CA" dirty="0"/>
              <a:t>Necesitamos que los JUG de todo el mundo se acerquen a las escuelas de todos los niveles y demuestren por qué Java es el lenguaje que hay que aprender.</a:t>
            </a:r>
          </a:p>
          <a:p>
            <a:endParaRPr lang="en-CA" dirty="0"/>
          </a:p>
          <a:p>
            <a:r>
              <a:rPr lang="en-CA" dirty="0"/>
              <a:t>Para más apoyo para aprender Java, visite  https://learn.java/ </a:t>
            </a:r>
          </a:p>
          <a:p>
            <a:endParaRPr lang="en-CA" dirty="0"/>
          </a:p>
          <a:p>
            <a:r>
              <a:rPr lang="en-CA" dirty="0"/>
              <a:t>**Descuentos para todos los miembros de User Group de Oracle University aquí: </a:t>
            </a:r>
            <a:r>
              <a:rPr lang="en-US" dirty="0">
                <a:hlinkClick r:id="rId3"/>
              </a:rPr>
              <a:t>https://education.oracle.com/usergroupchampions</a:t>
            </a:r>
            <a:r>
              <a:rPr lang="en-US" dirty="0"/>
              <a:t> </a:t>
            </a:r>
          </a:p>
          <a:p>
            <a:r>
              <a:rPr lang="en-US" dirty="0"/>
              <a:t>Actualmente, 25% de descuento hasta el 12/21/2020. </a:t>
            </a:r>
          </a:p>
          <a:p>
            <a:endParaRPr lang="en-CA" dirty="0"/>
          </a:p>
          <a:p>
            <a:r>
              <a:rPr lang="en-CA" dirty="0"/>
              <a:t>Más recursos para miembros de la comunidad que trabajan con estudiantes y universidades en la wiki </a:t>
            </a:r>
            <a:r>
              <a:rPr lang="en-US" dirty="0">
                <a:hlinkClick r:id="rId4"/>
              </a:rPr>
              <a:t>https://community.oracle.com/community/groundbreakers/java/jcp/java-in-education/overview</a:t>
            </a:r>
            <a:endParaRPr lang="en-CA" dirty="0"/>
          </a:p>
        </p:txBody>
      </p:sp>
      <p:sp>
        <p:nvSpPr>
          <p:cNvPr id="4" name="Slide Number Placeholder 3"/>
          <p:cNvSpPr>
            <a:spLocks noGrp="1"/>
          </p:cNvSpPr>
          <p:nvPr>
            <p:ph type="sldNum" sz="quarter" idx="5"/>
          </p:nvPr>
        </p:nvSpPr>
        <p:spPr/>
        <p:txBody>
          <a:bodyPr/>
          <a:lstStyle/>
          <a:p>
            <a:fld id="{06A25E29-D00C-446C-9935-AFF7AD2E33FB}" type="slidenum">
              <a:rPr lang="en-CA" smtClean="0"/>
              <a:t>43</a:t>
            </a:fld>
            <a:endParaRPr lang="en-CA"/>
          </a:p>
        </p:txBody>
      </p:sp>
    </p:spTree>
    <p:extLst>
      <p:ext uri="{BB962C8B-B14F-4D97-AF65-F5344CB8AC3E}">
        <p14:creationId xmlns:p14="http://schemas.microsoft.com/office/powerpoint/2010/main" val="1360698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07166-0F64-429A-A3DA-31FE873D0D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82218446-E898-4529-982F-76F4F72576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B6921A7B-DF38-4A18-A858-3E929258BB15}"/>
              </a:ext>
            </a:extLst>
          </p:cNvPr>
          <p:cNvSpPr>
            <a:spLocks noGrp="1"/>
          </p:cNvSpPr>
          <p:nvPr>
            <p:ph type="dt" sz="half" idx="10"/>
          </p:nvPr>
        </p:nvSpPr>
        <p:spPr/>
        <p:txBody>
          <a:bodyPr/>
          <a:lstStyle/>
          <a:p>
            <a:fld id="{34109114-E13B-445C-81F4-3F8D639FE469}" type="datetimeFigureOut">
              <a:rPr lang="en-CA" smtClean="0"/>
              <a:t>2026-09-23</a:t>
            </a:fld>
            <a:endParaRPr lang="en-CA"/>
          </a:p>
        </p:txBody>
      </p:sp>
      <p:sp>
        <p:nvSpPr>
          <p:cNvPr id="5" name="Footer Placeholder 4">
            <a:extLst>
              <a:ext uri="{FF2B5EF4-FFF2-40B4-BE49-F238E27FC236}">
                <a16:creationId xmlns:a16="http://schemas.microsoft.com/office/drawing/2014/main" id="{4961E456-1754-4C50-B269-5CEE5B35070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0180765-5D08-4B99-A14C-AF417861AEA1}"/>
              </a:ext>
            </a:extLst>
          </p:cNvPr>
          <p:cNvSpPr>
            <a:spLocks noGrp="1"/>
          </p:cNvSpPr>
          <p:nvPr>
            <p:ph type="sldNum" sz="quarter" idx="12"/>
          </p:nvPr>
        </p:nvSpPr>
        <p:spPr/>
        <p:txBody>
          <a:bodyPr/>
          <a:lstStyle/>
          <a:p>
            <a:fld id="{5EB5D43A-58BC-4045-B99B-3E8200D1865A}" type="slidenum">
              <a:rPr lang="en-CA" smtClean="0"/>
              <a:t>‹#›</a:t>
            </a:fld>
            <a:endParaRPr lang="en-CA"/>
          </a:p>
        </p:txBody>
      </p:sp>
    </p:spTree>
    <p:extLst>
      <p:ext uri="{BB962C8B-B14F-4D97-AF65-F5344CB8AC3E}">
        <p14:creationId xmlns:p14="http://schemas.microsoft.com/office/powerpoint/2010/main" val="350912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884F5-F430-443C-9635-95B06DBD5FE0}"/>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B32245D-C2F9-47A5-8FAF-E3A2054D12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6A04171-50B8-4685-8B7E-DB0A7929CEE4}"/>
              </a:ext>
            </a:extLst>
          </p:cNvPr>
          <p:cNvSpPr>
            <a:spLocks noGrp="1"/>
          </p:cNvSpPr>
          <p:nvPr>
            <p:ph type="dt" sz="half" idx="10"/>
          </p:nvPr>
        </p:nvSpPr>
        <p:spPr/>
        <p:txBody>
          <a:bodyPr/>
          <a:lstStyle/>
          <a:p>
            <a:fld id="{34109114-E13B-445C-81F4-3F8D639FE469}" type="datetimeFigureOut">
              <a:rPr lang="en-CA" smtClean="0"/>
              <a:t>2026-09-23</a:t>
            </a:fld>
            <a:endParaRPr lang="en-CA"/>
          </a:p>
        </p:txBody>
      </p:sp>
      <p:sp>
        <p:nvSpPr>
          <p:cNvPr id="5" name="Footer Placeholder 4">
            <a:extLst>
              <a:ext uri="{FF2B5EF4-FFF2-40B4-BE49-F238E27FC236}">
                <a16:creationId xmlns:a16="http://schemas.microsoft.com/office/drawing/2014/main" id="{CDD84F81-4D8A-48E1-912F-21D752EEA68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2FF3877-801B-4972-8F42-E3E2AD830F99}"/>
              </a:ext>
            </a:extLst>
          </p:cNvPr>
          <p:cNvSpPr>
            <a:spLocks noGrp="1"/>
          </p:cNvSpPr>
          <p:nvPr>
            <p:ph type="sldNum" sz="quarter" idx="12"/>
          </p:nvPr>
        </p:nvSpPr>
        <p:spPr/>
        <p:txBody>
          <a:bodyPr/>
          <a:lstStyle/>
          <a:p>
            <a:fld id="{5EB5D43A-58BC-4045-B99B-3E8200D1865A}" type="slidenum">
              <a:rPr lang="en-CA" smtClean="0"/>
              <a:t>‹#›</a:t>
            </a:fld>
            <a:endParaRPr lang="en-CA"/>
          </a:p>
        </p:txBody>
      </p:sp>
    </p:spTree>
    <p:extLst>
      <p:ext uri="{BB962C8B-B14F-4D97-AF65-F5344CB8AC3E}">
        <p14:creationId xmlns:p14="http://schemas.microsoft.com/office/powerpoint/2010/main" val="1650189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C92C7-494B-4CBF-8DF2-A79D3CF4CA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1D100384-5C24-44CA-AF99-51A94BF303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5896E6-2A3B-42D3-9AAB-36AD07AD6C54}"/>
              </a:ext>
            </a:extLst>
          </p:cNvPr>
          <p:cNvSpPr>
            <a:spLocks noGrp="1"/>
          </p:cNvSpPr>
          <p:nvPr>
            <p:ph type="dt" sz="half" idx="10"/>
          </p:nvPr>
        </p:nvSpPr>
        <p:spPr/>
        <p:txBody>
          <a:bodyPr/>
          <a:lstStyle/>
          <a:p>
            <a:fld id="{34109114-E13B-445C-81F4-3F8D639FE469}" type="datetimeFigureOut">
              <a:rPr lang="en-CA" smtClean="0"/>
              <a:t>2026-09-23</a:t>
            </a:fld>
            <a:endParaRPr lang="en-CA"/>
          </a:p>
        </p:txBody>
      </p:sp>
      <p:sp>
        <p:nvSpPr>
          <p:cNvPr id="5" name="Footer Placeholder 4">
            <a:extLst>
              <a:ext uri="{FF2B5EF4-FFF2-40B4-BE49-F238E27FC236}">
                <a16:creationId xmlns:a16="http://schemas.microsoft.com/office/drawing/2014/main" id="{EEC08BFB-DEF0-43DB-9EBA-D9F1B1D2211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6D8D497-043A-4F02-9515-3C2A03E8A12D}"/>
              </a:ext>
            </a:extLst>
          </p:cNvPr>
          <p:cNvSpPr>
            <a:spLocks noGrp="1"/>
          </p:cNvSpPr>
          <p:nvPr>
            <p:ph type="sldNum" sz="quarter" idx="12"/>
          </p:nvPr>
        </p:nvSpPr>
        <p:spPr/>
        <p:txBody>
          <a:bodyPr/>
          <a:lstStyle/>
          <a:p>
            <a:fld id="{5EB5D43A-58BC-4045-B99B-3E8200D1865A}" type="slidenum">
              <a:rPr lang="en-CA" smtClean="0"/>
              <a:t>‹#›</a:t>
            </a:fld>
            <a:endParaRPr lang="en-CA"/>
          </a:p>
        </p:txBody>
      </p:sp>
    </p:spTree>
    <p:extLst>
      <p:ext uri="{BB962C8B-B14F-4D97-AF65-F5344CB8AC3E}">
        <p14:creationId xmlns:p14="http://schemas.microsoft.com/office/powerpoint/2010/main" val="763043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22390-8B36-40E6-B9D7-574135E3A53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40CB37A-EABC-4CBD-87AA-C2BD75B8F1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B876DB98-BB51-4305-85A6-C78407F6F2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13E6E0DB-181E-42AA-B755-ABD630E1A751}"/>
              </a:ext>
            </a:extLst>
          </p:cNvPr>
          <p:cNvSpPr>
            <a:spLocks noGrp="1"/>
          </p:cNvSpPr>
          <p:nvPr>
            <p:ph type="dt" sz="half" idx="10"/>
          </p:nvPr>
        </p:nvSpPr>
        <p:spPr/>
        <p:txBody>
          <a:bodyPr/>
          <a:lstStyle/>
          <a:p>
            <a:fld id="{34109114-E13B-445C-81F4-3F8D639FE469}" type="datetimeFigureOut">
              <a:rPr lang="en-CA" smtClean="0"/>
              <a:t>2026-09-23</a:t>
            </a:fld>
            <a:endParaRPr lang="en-CA"/>
          </a:p>
        </p:txBody>
      </p:sp>
      <p:sp>
        <p:nvSpPr>
          <p:cNvPr id="6" name="Footer Placeholder 5">
            <a:extLst>
              <a:ext uri="{FF2B5EF4-FFF2-40B4-BE49-F238E27FC236}">
                <a16:creationId xmlns:a16="http://schemas.microsoft.com/office/drawing/2014/main" id="{A7B0725C-B349-4979-AD50-4616B93DFD8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212D67F-679D-4772-B9AB-239E69223A3D}"/>
              </a:ext>
            </a:extLst>
          </p:cNvPr>
          <p:cNvSpPr>
            <a:spLocks noGrp="1"/>
          </p:cNvSpPr>
          <p:nvPr>
            <p:ph type="sldNum" sz="quarter" idx="12"/>
          </p:nvPr>
        </p:nvSpPr>
        <p:spPr/>
        <p:txBody>
          <a:bodyPr/>
          <a:lstStyle/>
          <a:p>
            <a:fld id="{5EB5D43A-58BC-4045-B99B-3E8200D1865A}" type="slidenum">
              <a:rPr lang="en-CA" smtClean="0"/>
              <a:t>‹#›</a:t>
            </a:fld>
            <a:endParaRPr lang="en-CA"/>
          </a:p>
        </p:txBody>
      </p:sp>
    </p:spTree>
    <p:extLst>
      <p:ext uri="{BB962C8B-B14F-4D97-AF65-F5344CB8AC3E}">
        <p14:creationId xmlns:p14="http://schemas.microsoft.com/office/powerpoint/2010/main" val="2306188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7DD7B-3FFA-4F8C-A9C6-A6B26AE7F939}"/>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0049B2E4-08D3-470C-B567-18EFAB4E39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EBB22C-5583-430E-A4FD-C88EEEEBF0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4DE86115-3BD6-478B-930C-1D5AAED56A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BB4C88-E0BE-45FD-964C-3B0FFE1355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6A405481-7321-4298-8460-08A14AB17E69}"/>
              </a:ext>
            </a:extLst>
          </p:cNvPr>
          <p:cNvSpPr>
            <a:spLocks noGrp="1"/>
          </p:cNvSpPr>
          <p:nvPr>
            <p:ph type="dt" sz="half" idx="10"/>
          </p:nvPr>
        </p:nvSpPr>
        <p:spPr/>
        <p:txBody>
          <a:bodyPr/>
          <a:lstStyle/>
          <a:p>
            <a:fld id="{34109114-E13B-445C-81F4-3F8D639FE469}" type="datetimeFigureOut">
              <a:rPr lang="en-CA" smtClean="0"/>
              <a:t>2026-09-23</a:t>
            </a:fld>
            <a:endParaRPr lang="en-CA"/>
          </a:p>
        </p:txBody>
      </p:sp>
      <p:sp>
        <p:nvSpPr>
          <p:cNvPr id="8" name="Footer Placeholder 7">
            <a:extLst>
              <a:ext uri="{FF2B5EF4-FFF2-40B4-BE49-F238E27FC236}">
                <a16:creationId xmlns:a16="http://schemas.microsoft.com/office/drawing/2014/main" id="{FC6487E6-0602-4943-85A4-52F78D6C56F4}"/>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634D44E0-02D4-4139-92D2-BEF6682CED4D}"/>
              </a:ext>
            </a:extLst>
          </p:cNvPr>
          <p:cNvSpPr>
            <a:spLocks noGrp="1"/>
          </p:cNvSpPr>
          <p:nvPr>
            <p:ph type="sldNum" sz="quarter" idx="12"/>
          </p:nvPr>
        </p:nvSpPr>
        <p:spPr/>
        <p:txBody>
          <a:bodyPr/>
          <a:lstStyle/>
          <a:p>
            <a:fld id="{5EB5D43A-58BC-4045-B99B-3E8200D1865A}" type="slidenum">
              <a:rPr lang="en-CA" smtClean="0"/>
              <a:t>‹#›</a:t>
            </a:fld>
            <a:endParaRPr lang="en-CA"/>
          </a:p>
        </p:txBody>
      </p:sp>
    </p:spTree>
    <p:extLst>
      <p:ext uri="{BB962C8B-B14F-4D97-AF65-F5344CB8AC3E}">
        <p14:creationId xmlns:p14="http://schemas.microsoft.com/office/powerpoint/2010/main" val="2527796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EECB9-CF75-4027-8019-E2E265F8A54E}"/>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D6EE6FE7-F25D-4F58-AE86-1EF3C9347D06}"/>
              </a:ext>
            </a:extLst>
          </p:cNvPr>
          <p:cNvSpPr>
            <a:spLocks noGrp="1"/>
          </p:cNvSpPr>
          <p:nvPr>
            <p:ph type="dt" sz="half" idx="10"/>
          </p:nvPr>
        </p:nvSpPr>
        <p:spPr/>
        <p:txBody>
          <a:bodyPr/>
          <a:lstStyle/>
          <a:p>
            <a:fld id="{34109114-E13B-445C-81F4-3F8D639FE469}" type="datetimeFigureOut">
              <a:rPr lang="en-CA" smtClean="0"/>
              <a:t>2026-09-23</a:t>
            </a:fld>
            <a:endParaRPr lang="en-CA"/>
          </a:p>
        </p:txBody>
      </p:sp>
      <p:sp>
        <p:nvSpPr>
          <p:cNvPr id="4" name="Footer Placeholder 3">
            <a:extLst>
              <a:ext uri="{FF2B5EF4-FFF2-40B4-BE49-F238E27FC236}">
                <a16:creationId xmlns:a16="http://schemas.microsoft.com/office/drawing/2014/main" id="{65DD37BB-DACF-4BB1-94FB-11B0F7E0F978}"/>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DD2E46BB-3810-41F2-8BA7-8DA357423C14}"/>
              </a:ext>
            </a:extLst>
          </p:cNvPr>
          <p:cNvSpPr>
            <a:spLocks noGrp="1"/>
          </p:cNvSpPr>
          <p:nvPr>
            <p:ph type="sldNum" sz="quarter" idx="12"/>
          </p:nvPr>
        </p:nvSpPr>
        <p:spPr/>
        <p:txBody>
          <a:bodyPr/>
          <a:lstStyle/>
          <a:p>
            <a:fld id="{5EB5D43A-58BC-4045-B99B-3E8200D1865A}" type="slidenum">
              <a:rPr lang="en-CA" smtClean="0"/>
              <a:t>‹#›</a:t>
            </a:fld>
            <a:endParaRPr lang="en-CA"/>
          </a:p>
        </p:txBody>
      </p:sp>
    </p:spTree>
    <p:extLst>
      <p:ext uri="{BB962C8B-B14F-4D97-AF65-F5344CB8AC3E}">
        <p14:creationId xmlns:p14="http://schemas.microsoft.com/office/powerpoint/2010/main" val="204792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C0482F-F0E7-4FA5-88EF-D258A5BED456}"/>
              </a:ext>
            </a:extLst>
          </p:cNvPr>
          <p:cNvSpPr>
            <a:spLocks noGrp="1"/>
          </p:cNvSpPr>
          <p:nvPr>
            <p:ph type="dt" sz="half" idx="10"/>
          </p:nvPr>
        </p:nvSpPr>
        <p:spPr/>
        <p:txBody>
          <a:bodyPr/>
          <a:lstStyle/>
          <a:p>
            <a:fld id="{34109114-E13B-445C-81F4-3F8D639FE469}" type="datetimeFigureOut">
              <a:rPr lang="en-CA" smtClean="0"/>
              <a:t>2026-09-23</a:t>
            </a:fld>
            <a:endParaRPr lang="en-CA"/>
          </a:p>
        </p:txBody>
      </p:sp>
      <p:sp>
        <p:nvSpPr>
          <p:cNvPr id="3" name="Footer Placeholder 2">
            <a:extLst>
              <a:ext uri="{FF2B5EF4-FFF2-40B4-BE49-F238E27FC236}">
                <a16:creationId xmlns:a16="http://schemas.microsoft.com/office/drawing/2014/main" id="{ED4CFF84-B365-453A-B6AD-06D7CF0215CF}"/>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248446E9-B467-4D05-8971-73CEE6DDEA51}"/>
              </a:ext>
            </a:extLst>
          </p:cNvPr>
          <p:cNvSpPr>
            <a:spLocks noGrp="1"/>
          </p:cNvSpPr>
          <p:nvPr>
            <p:ph type="sldNum" sz="quarter" idx="12"/>
          </p:nvPr>
        </p:nvSpPr>
        <p:spPr/>
        <p:txBody>
          <a:bodyPr/>
          <a:lstStyle/>
          <a:p>
            <a:fld id="{5EB5D43A-58BC-4045-B99B-3E8200D1865A}" type="slidenum">
              <a:rPr lang="en-CA" smtClean="0"/>
              <a:t>‹#›</a:t>
            </a:fld>
            <a:endParaRPr lang="en-CA"/>
          </a:p>
        </p:txBody>
      </p:sp>
    </p:spTree>
    <p:extLst>
      <p:ext uri="{BB962C8B-B14F-4D97-AF65-F5344CB8AC3E}">
        <p14:creationId xmlns:p14="http://schemas.microsoft.com/office/powerpoint/2010/main" val="1028299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D98DB-B2DD-4389-93D5-BF6E7C102D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4D7533EF-983F-4848-9D29-758F932D0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C3E95F3A-DE9D-410D-AEE9-41CD7C0016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34DB8C-99AB-4A49-B6A3-559BDFC9722C}"/>
              </a:ext>
            </a:extLst>
          </p:cNvPr>
          <p:cNvSpPr>
            <a:spLocks noGrp="1"/>
          </p:cNvSpPr>
          <p:nvPr>
            <p:ph type="dt" sz="half" idx="10"/>
          </p:nvPr>
        </p:nvSpPr>
        <p:spPr/>
        <p:txBody>
          <a:bodyPr/>
          <a:lstStyle/>
          <a:p>
            <a:fld id="{34109114-E13B-445C-81F4-3F8D639FE469}" type="datetimeFigureOut">
              <a:rPr lang="en-CA" smtClean="0"/>
              <a:t>2026-09-23</a:t>
            </a:fld>
            <a:endParaRPr lang="en-CA"/>
          </a:p>
        </p:txBody>
      </p:sp>
      <p:sp>
        <p:nvSpPr>
          <p:cNvPr id="6" name="Footer Placeholder 5">
            <a:extLst>
              <a:ext uri="{FF2B5EF4-FFF2-40B4-BE49-F238E27FC236}">
                <a16:creationId xmlns:a16="http://schemas.microsoft.com/office/drawing/2014/main" id="{BBED23E1-2201-4327-A375-2AEF9D83FF8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0A4D657-ED4C-42EA-BF07-5DF9C07421F9}"/>
              </a:ext>
            </a:extLst>
          </p:cNvPr>
          <p:cNvSpPr>
            <a:spLocks noGrp="1"/>
          </p:cNvSpPr>
          <p:nvPr>
            <p:ph type="sldNum" sz="quarter" idx="12"/>
          </p:nvPr>
        </p:nvSpPr>
        <p:spPr/>
        <p:txBody>
          <a:bodyPr/>
          <a:lstStyle/>
          <a:p>
            <a:fld id="{5EB5D43A-58BC-4045-B99B-3E8200D1865A}" type="slidenum">
              <a:rPr lang="en-CA" smtClean="0"/>
              <a:t>‹#›</a:t>
            </a:fld>
            <a:endParaRPr lang="en-CA"/>
          </a:p>
        </p:txBody>
      </p:sp>
    </p:spTree>
    <p:extLst>
      <p:ext uri="{BB962C8B-B14F-4D97-AF65-F5344CB8AC3E}">
        <p14:creationId xmlns:p14="http://schemas.microsoft.com/office/powerpoint/2010/main" val="1877735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FFC63-91AA-454C-8CE6-CD2DC39BDD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C85D743B-0555-4EB9-B4FB-87DC044C33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566FA9EC-EB01-4BC2-BCDB-B2D25B7C60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425404-F7C3-4C25-8DC4-7B8B82D871DE}"/>
              </a:ext>
            </a:extLst>
          </p:cNvPr>
          <p:cNvSpPr>
            <a:spLocks noGrp="1"/>
          </p:cNvSpPr>
          <p:nvPr>
            <p:ph type="dt" sz="half" idx="10"/>
          </p:nvPr>
        </p:nvSpPr>
        <p:spPr/>
        <p:txBody>
          <a:bodyPr/>
          <a:lstStyle/>
          <a:p>
            <a:fld id="{34109114-E13B-445C-81F4-3F8D639FE469}" type="datetimeFigureOut">
              <a:rPr lang="en-CA" smtClean="0"/>
              <a:t>2026-09-23</a:t>
            </a:fld>
            <a:endParaRPr lang="en-CA"/>
          </a:p>
        </p:txBody>
      </p:sp>
      <p:sp>
        <p:nvSpPr>
          <p:cNvPr id="6" name="Footer Placeholder 5">
            <a:extLst>
              <a:ext uri="{FF2B5EF4-FFF2-40B4-BE49-F238E27FC236}">
                <a16:creationId xmlns:a16="http://schemas.microsoft.com/office/drawing/2014/main" id="{9CDDB231-6595-4B70-ADD0-094236FFF820}"/>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8075988-0833-4DB0-B98B-C72E19766579}"/>
              </a:ext>
            </a:extLst>
          </p:cNvPr>
          <p:cNvSpPr>
            <a:spLocks noGrp="1"/>
          </p:cNvSpPr>
          <p:nvPr>
            <p:ph type="sldNum" sz="quarter" idx="12"/>
          </p:nvPr>
        </p:nvSpPr>
        <p:spPr/>
        <p:txBody>
          <a:bodyPr/>
          <a:lstStyle/>
          <a:p>
            <a:fld id="{5EB5D43A-58BC-4045-B99B-3E8200D1865A}" type="slidenum">
              <a:rPr lang="en-CA" smtClean="0"/>
              <a:t>‹#›</a:t>
            </a:fld>
            <a:endParaRPr lang="en-CA"/>
          </a:p>
        </p:txBody>
      </p:sp>
    </p:spTree>
    <p:extLst>
      <p:ext uri="{BB962C8B-B14F-4D97-AF65-F5344CB8AC3E}">
        <p14:creationId xmlns:p14="http://schemas.microsoft.com/office/powerpoint/2010/main" val="388858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80BD3-2CBD-47A1-AB27-D3BB982EF8EC}"/>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1ADD663-449B-4807-8F95-306D5A8C4F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A2B929C-5433-456C-941A-E0D0F66C2FB6}"/>
              </a:ext>
            </a:extLst>
          </p:cNvPr>
          <p:cNvSpPr>
            <a:spLocks noGrp="1"/>
          </p:cNvSpPr>
          <p:nvPr>
            <p:ph type="dt" sz="half" idx="10"/>
          </p:nvPr>
        </p:nvSpPr>
        <p:spPr/>
        <p:txBody>
          <a:bodyPr/>
          <a:lstStyle/>
          <a:p>
            <a:fld id="{34109114-E13B-445C-81F4-3F8D639FE469}" type="datetimeFigureOut">
              <a:rPr lang="en-CA" smtClean="0"/>
              <a:t>2026-09-23</a:t>
            </a:fld>
            <a:endParaRPr lang="en-CA"/>
          </a:p>
        </p:txBody>
      </p:sp>
      <p:sp>
        <p:nvSpPr>
          <p:cNvPr id="5" name="Footer Placeholder 4">
            <a:extLst>
              <a:ext uri="{FF2B5EF4-FFF2-40B4-BE49-F238E27FC236}">
                <a16:creationId xmlns:a16="http://schemas.microsoft.com/office/drawing/2014/main" id="{3945F835-59D6-454A-866E-2D1089620A5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B619B24-5809-40A8-A19B-45602DFFBF63}"/>
              </a:ext>
            </a:extLst>
          </p:cNvPr>
          <p:cNvSpPr>
            <a:spLocks noGrp="1"/>
          </p:cNvSpPr>
          <p:nvPr>
            <p:ph type="sldNum" sz="quarter" idx="12"/>
          </p:nvPr>
        </p:nvSpPr>
        <p:spPr/>
        <p:txBody>
          <a:bodyPr/>
          <a:lstStyle/>
          <a:p>
            <a:fld id="{5EB5D43A-58BC-4045-B99B-3E8200D1865A}" type="slidenum">
              <a:rPr lang="en-CA" smtClean="0"/>
              <a:t>‹#›</a:t>
            </a:fld>
            <a:endParaRPr lang="en-CA"/>
          </a:p>
        </p:txBody>
      </p:sp>
    </p:spTree>
    <p:extLst>
      <p:ext uri="{BB962C8B-B14F-4D97-AF65-F5344CB8AC3E}">
        <p14:creationId xmlns:p14="http://schemas.microsoft.com/office/powerpoint/2010/main" val="2539836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F02274-D7E6-425D-8CED-D35451EB0C1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200D71B-78DA-4FCC-B0F0-33135A84A8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19DF9B3-0AE0-44B4-B8A8-06DFADF6E54C}"/>
              </a:ext>
            </a:extLst>
          </p:cNvPr>
          <p:cNvSpPr>
            <a:spLocks noGrp="1"/>
          </p:cNvSpPr>
          <p:nvPr>
            <p:ph type="dt" sz="half" idx="10"/>
          </p:nvPr>
        </p:nvSpPr>
        <p:spPr/>
        <p:txBody>
          <a:bodyPr/>
          <a:lstStyle/>
          <a:p>
            <a:fld id="{34109114-E13B-445C-81F4-3F8D639FE469}" type="datetimeFigureOut">
              <a:rPr lang="en-CA" smtClean="0"/>
              <a:t>2026-09-23</a:t>
            </a:fld>
            <a:endParaRPr lang="en-CA"/>
          </a:p>
        </p:txBody>
      </p:sp>
      <p:sp>
        <p:nvSpPr>
          <p:cNvPr id="5" name="Footer Placeholder 4">
            <a:extLst>
              <a:ext uri="{FF2B5EF4-FFF2-40B4-BE49-F238E27FC236}">
                <a16:creationId xmlns:a16="http://schemas.microsoft.com/office/drawing/2014/main" id="{8236D034-690C-4F8F-ADAB-FA3BA6D7F11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612C0D6-8D05-4D84-9E48-A6AF997E9BF7}"/>
              </a:ext>
            </a:extLst>
          </p:cNvPr>
          <p:cNvSpPr>
            <a:spLocks noGrp="1"/>
          </p:cNvSpPr>
          <p:nvPr>
            <p:ph type="sldNum" sz="quarter" idx="12"/>
          </p:nvPr>
        </p:nvSpPr>
        <p:spPr/>
        <p:txBody>
          <a:bodyPr/>
          <a:lstStyle/>
          <a:p>
            <a:fld id="{5EB5D43A-58BC-4045-B99B-3E8200D1865A}" type="slidenum">
              <a:rPr lang="en-CA" smtClean="0"/>
              <a:t>‹#›</a:t>
            </a:fld>
            <a:endParaRPr lang="en-CA"/>
          </a:p>
        </p:txBody>
      </p:sp>
    </p:spTree>
    <p:extLst>
      <p:ext uri="{BB962C8B-B14F-4D97-AF65-F5344CB8AC3E}">
        <p14:creationId xmlns:p14="http://schemas.microsoft.com/office/powerpoint/2010/main" val="3724034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8D773D-E6F2-416B-A5F6-85E041585F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B70940E-7113-40F3-B0AC-1E67B2E654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A6BF9B7-8767-4428-90F2-95E0A93DA6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109114-E13B-445C-81F4-3F8D639FE469}" type="datetimeFigureOut">
              <a:rPr lang="en-CA" smtClean="0"/>
              <a:t>2026-09-23</a:t>
            </a:fld>
            <a:endParaRPr lang="en-CA"/>
          </a:p>
        </p:txBody>
      </p:sp>
      <p:sp>
        <p:nvSpPr>
          <p:cNvPr id="5" name="Footer Placeholder 4">
            <a:extLst>
              <a:ext uri="{FF2B5EF4-FFF2-40B4-BE49-F238E27FC236}">
                <a16:creationId xmlns:a16="http://schemas.microsoft.com/office/drawing/2014/main" id="{894165DE-B531-417C-83C1-CF88B2E297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3C86E03C-F6D2-4A34-A0F6-5144DF0004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B5D43A-58BC-4045-B99B-3E8200D1865A}" type="slidenum">
              <a:rPr lang="en-CA" smtClean="0"/>
              <a:t>‹#›</a:t>
            </a:fld>
            <a:endParaRPr lang="en-CA"/>
          </a:p>
        </p:txBody>
      </p:sp>
      <p:sp>
        <p:nvSpPr>
          <p:cNvPr id="9" name="TextBox 8">
            <a:extLst>
              <a:ext uri="{FF2B5EF4-FFF2-40B4-BE49-F238E27FC236}">
                <a16:creationId xmlns:a16="http://schemas.microsoft.com/office/drawing/2014/main" id="{0F27111D-B76B-27A1-04E4-AD6E8CCB3F15}"/>
              </a:ext>
            </a:extLst>
          </p:cNvPr>
          <p:cNvSpPr txBox="1"/>
          <p:nvPr userDrawn="1">
            <p:extLst>
              <p:ext uri="{1162E1C5-73C7-4A58-AE30-91384D911F3F}">
                <p184:classification xmlns:p184="http://schemas.microsoft.com/office/powerpoint/2018/4/main" val="hdr"/>
              </p:ext>
            </p:extLst>
          </p:nvPr>
        </p:nvSpPr>
        <p:spPr>
          <a:xfrm>
            <a:off x="63500" y="63500"/>
            <a:ext cx="1636713"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cs typeface="Calibri" panose="020F0502020204030204" pitchFamily="34" charset="0"/>
              </a:rPr>
              <a:t>Confidential - Oracle Restricted</a:t>
            </a:r>
          </a:p>
        </p:txBody>
      </p:sp>
      <p:sp>
        <p:nvSpPr>
          <p:cNvPr id="10" name="TextBox 9">
            <a:extLst>
              <a:ext uri="{FF2B5EF4-FFF2-40B4-BE49-F238E27FC236}">
                <a16:creationId xmlns:a16="http://schemas.microsoft.com/office/drawing/2014/main" id="{EC655DF4-8C4E-0F90-B023-23D8E1B73B51}"/>
              </a:ext>
            </a:extLst>
          </p:cNvPr>
          <p:cNvSpPr txBox="1"/>
          <p:nvPr userDrawn="1">
            <p:extLst>
              <p:ext uri="{1162E1C5-73C7-4A58-AE30-91384D911F3F}">
                <p184:classification xmlns:p184="http://schemas.microsoft.com/office/powerpoint/2018/4/main" val="ftr"/>
              </p:ext>
            </p:extLst>
          </p:nvPr>
        </p:nvSpPr>
        <p:spPr>
          <a:xfrm>
            <a:off x="63500" y="6642100"/>
            <a:ext cx="1636713"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cs typeface="Calibri" panose="020F0502020204030204" pitchFamily="34" charset="0"/>
              </a:rPr>
              <a:t>Confidential - Oracle Restricted</a:t>
            </a:r>
          </a:p>
        </p:txBody>
      </p:sp>
    </p:spTree>
    <p:extLst>
      <p:ext uri="{BB962C8B-B14F-4D97-AF65-F5344CB8AC3E}">
        <p14:creationId xmlns:p14="http://schemas.microsoft.com/office/powerpoint/2010/main" val="2473911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4.xml.rels><?xml version="1.0" encoding="UTF-8" standalone="yes"?>
<Relationships xmlns="http://schemas.openxmlformats.org/package/2006/relationships"><Relationship Id="rId3" Type="http://schemas.openxmlformats.org/officeDocument/2006/relationships/hyperlink" Target="https://learn.java/" TargetMode="External"/><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github.com/omniprof/JCP_EC_Education_WG_Presentation"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CBE1851-2230-47A9-B000-CE9046EA61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23B93832-6514-44F4-849B-5EE2C8A233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6679" y="3928939"/>
            <a:ext cx="3931920" cy="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pic>
        <p:nvPicPr>
          <p:cNvPr id="7" name="Graphic 6" descr="Education">
            <a:extLst>
              <a:ext uri="{FF2B5EF4-FFF2-40B4-BE49-F238E27FC236}">
                <a16:creationId xmlns:a16="http://schemas.microsoft.com/office/drawing/2014/main" id="{98A1FA5E-1C07-43C9-B687-8073FB4A59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49363" y="-354336"/>
            <a:ext cx="2675469" cy="2675469"/>
          </a:xfrm>
          <a:prstGeom prst="rect">
            <a:avLst/>
          </a:prstGeom>
        </p:spPr>
      </p:pic>
      <p:sp>
        <p:nvSpPr>
          <p:cNvPr id="8" name="Rectangle 7">
            <a:extLst>
              <a:ext uri="{FF2B5EF4-FFF2-40B4-BE49-F238E27FC236}">
                <a16:creationId xmlns:a16="http://schemas.microsoft.com/office/drawing/2014/main" id="{DC557FB9-4768-EC44-ADC1-025B2DAAB8D4}"/>
              </a:ext>
            </a:extLst>
          </p:cNvPr>
          <p:cNvSpPr/>
          <p:nvPr/>
        </p:nvSpPr>
        <p:spPr>
          <a:xfrm>
            <a:off x="0" y="0"/>
            <a:ext cx="5468548" cy="6874042"/>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72340731-A5AF-6F42-BC58-C61488968344}"/>
              </a:ext>
            </a:extLst>
          </p:cNvPr>
          <p:cNvSpPr>
            <a:spLocks noGrp="1"/>
          </p:cNvSpPr>
          <p:nvPr>
            <p:ph type="ctrTitle"/>
          </p:nvPr>
        </p:nvSpPr>
        <p:spPr>
          <a:xfrm>
            <a:off x="257175" y="803705"/>
            <a:ext cx="4972050" cy="2053795"/>
          </a:xfrm>
        </p:spPr>
        <p:txBody>
          <a:bodyPr anchor="b">
            <a:normAutofit/>
          </a:bodyPr>
          <a:lstStyle/>
          <a:p>
            <a:pPr algn="r"/>
            <a:r>
              <a:rPr lang="en-CA" sz="5400" dirty="0">
                <a:solidFill>
                  <a:srgbClr val="FFFFFF"/>
                </a:solidFill>
              </a:rPr>
              <a:t>Java en la Educación </a:t>
            </a:r>
          </a:p>
        </p:txBody>
      </p:sp>
      <p:sp>
        <p:nvSpPr>
          <p:cNvPr id="12" name="Subtitle 2">
            <a:extLst>
              <a:ext uri="{FF2B5EF4-FFF2-40B4-BE49-F238E27FC236}">
                <a16:creationId xmlns:a16="http://schemas.microsoft.com/office/drawing/2014/main" id="{4D1E1066-AC18-4248-A7BD-CE6907021F94}"/>
              </a:ext>
            </a:extLst>
          </p:cNvPr>
          <p:cNvSpPr>
            <a:spLocks noGrp="1"/>
          </p:cNvSpPr>
          <p:nvPr>
            <p:ph type="subTitle" idx="1"/>
          </p:nvPr>
        </p:nvSpPr>
        <p:spPr>
          <a:xfrm>
            <a:off x="257176" y="4019317"/>
            <a:ext cx="4829174" cy="2495783"/>
          </a:xfrm>
        </p:spPr>
        <p:txBody>
          <a:bodyPr anchor="t">
            <a:normAutofit fontScale="85000" lnSpcReduction="20000"/>
          </a:bodyPr>
          <a:lstStyle/>
          <a:p>
            <a:pPr algn="r"/>
            <a:r>
              <a:rPr lang="en-CA" sz="1800" dirty="0">
                <a:solidFill>
                  <a:srgbClr val="FFFFFF"/>
                </a:solidFill>
              </a:rPr>
              <a:t>&lt;Insert your name here if using&gt;  </a:t>
            </a:r>
          </a:p>
          <a:p>
            <a:pPr algn="r"/>
            <a:r>
              <a:rPr lang="en-CA" sz="1800" dirty="0">
                <a:solidFill>
                  <a:srgbClr val="FFFFFF"/>
                </a:solidFill>
              </a:rPr>
              <a:t>Presentación para JUG</a:t>
            </a:r>
          </a:p>
          <a:p>
            <a:pPr algn="r"/>
            <a:r>
              <a:rPr lang="en-CA" sz="1800" dirty="0">
                <a:solidFill>
                  <a:srgbClr val="FFFFFF"/>
                </a:solidFill>
              </a:rPr>
              <a:t>Para instructores y estudiantes de Ciencias de la Computación</a:t>
            </a:r>
          </a:p>
          <a:p>
            <a:pPr algn="r"/>
            <a:endParaRPr lang="en-CA" sz="1800" dirty="0">
              <a:solidFill>
                <a:srgbClr val="FFFFFF"/>
              </a:solidFill>
            </a:endParaRPr>
          </a:p>
          <a:p>
            <a:pPr algn="r"/>
            <a:endParaRPr lang="en-CA" sz="1800" dirty="0">
              <a:solidFill>
                <a:srgbClr val="FFFFFF"/>
              </a:solidFill>
            </a:endParaRPr>
          </a:p>
          <a:p>
            <a:pPr algn="r"/>
            <a:r>
              <a:rPr lang="en-CA" sz="1800" dirty="0">
                <a:solidFill>
                  <a:srgbClr val="FFFFFF"/>
                </a:solidFill>
              </a:rPr>
              <a:t>Preparado por Ken Fogel y el Comité Ejecutivo (EC) del JCP  Grupo de Trabajo de Java en la Educación</a:t>
            </a:r>
          </a:p>
          <a:p>
            <a:pPr algn="r"/>
            <a:r>
              <a:rPr lang="en-CA" sz="1800" dirty="0">
                <a:solidFill>
                  <a:srgbClr val="FFFFFF"/>
                </a:solidFill>
              </a:rPr>
              <a:t>Versión 2.5</a:t>
            </a:r>
          </a:p>
        </p:txBody>
      </p:sp>
      <p:pic>
        <p:nvPicPr>
          <p:cNvPr id="3" name="Picture 2">
            <a:extLst>
              <a:ext uri="{FF2B5EF4-FFF2-40B4-BE49-F238E27FC236}">
                <a16:creationId xmlns:a16="http://schemas.microsoft.com/office/drawing/2014/main" id="{1D73C883-ADB8-684A-B7A5-F387A4EDD1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3511" y="2029159"/>
            <a:ext cx="6131805" cy="4844883"/>
          </a:xfrm>
          <a:prstGeom prst="rect">
            <a:avLst/>
          </a:prstGeom>
        </p:spPr>
      </p:pic>
    </p:spTree>
    <p:extLst>
      <p:ext uri="{BB962C8B-B14F-4D97-AF65-F5344CB8AC3E}">
        <p14:creationId xmlns:p14="http://schemas.microsoft.com/office/powerpoint/2010/main" val="161759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225928-1A9C-E621-9BC2-6C763591CD60}"/>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4AFCB5-8E5E-1369-B341-7A830F2D7A28}"/>
              </a:ext>
            </a:extLst>
          </p:cNvPr>
          <p:cNvSpPr>
            <a:spLocks noGrp="1"/>
          </p:cNvSpPr>
          <p:nvPr>
            <p:ph type="title"/>
          </p:nvPr>
        </p:nvSpPr>
        <p:spPr>
          <a:xfrm>
            <a:off x="686834" y="1153572"/>
            <a:ext cx="3200400" cy="4461163"/>
          </a:xfrm>
        </p:spPr>
        <p:txBody>
          <a:bodyPr>
            <a:normAutofit/>
          </a:bodyPr>
          <a:lstStyle/>
          <a:p>
            <a:r>
              <a:rPr lang="en-US">
                <a:solidFill>
                  <a:srgbClr val="FFFFFF"/>
                </a:solidFill>
              </a:rPr>
              <a:t>Antes de comenzar</a:t>
            </a:r>
            <a:endParaRPr lang="en-CA">
              <a:solidFill>
                <a:srgbClr val="FFFFFF"/>
              </a:solidFill>
            </a:endParaRPr>
          </a:p>
        </p:txBody>
      </p:sp>
      <p:sp>
        <p:nvSpPr>
          <p:cNvPr id="7" name="Arc 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D3F0F36-9CE8-BCB4-4CCE-C2278A3C9BB0}"/>
              </a:ext>
            </a:extLst>
          </p:cNvPr>
          <p:cNvSpPr>
            <a:spLocks noGrp="1"/>
          </p:cNvSpPr>
          <p:nvPr>
            <p:ph idx="1"/>
          </p:nvPr>
        </p:nvSpPr>
        <p:spPr>
          <a:xfrm>
            <a:off x="4447308" y="591344"/>
            <a:ext cx="6906491" cy="5585619"/>
          </a:xfrm>
        </p:spPr>
        <p:txBody>
          <a:bodyPr anchor="ctr">
            <a:normAutofit/>
          </a:bodyPr>
          <a:lstStyle/>
          <a:p>
            <a:r>
              <a:rPr lang="en-US" sz="3200" dirty="0"/>
              <a:t>Por favor, enseñe la versión más reciente de Java</a:t>
            </a:r>
          </a:p>
          <a:p>
            <a:r>
              <a:rPr lang="en-US" sz="3200" dirty="0"/>
              <a:t>Esto significa Java 24 por ahora</a:t>
            </a:r>
          </a:p>
          <a:p>
            <a:r>
              <a:rPr lang="en-US" sz="3200" dirty="0"/>
              <a:t>Enseñe con Java 25 LTS cuando esté disponible en septiembre de 2025</a:t>
            </a:r>
          </a:p>
          <a:p>
            <a:r>
              <a:rPr lang="en-US" sz="3200" dirty="0"/>
              <a:t>Para el desarrollo basado en servidor, la versión de Java depende de la biblioteca que utilizará</a:t>
            </a:r>
          </a:p>
          <a:p>
            <a:pPr lvl="1"/>
            <a:r>
              <a:rPr lang="en-US" sz="3200" dirty="0"/>
              <a:t>Esto significa que, como mínimo, debería estar usando Java 21 LTS</a:t>
            </a:r>
          </a:p>
          <a:p>
            <a:pPr marL="0" indent="0">
              <a:buNone/>
            </a:pPr>
            <a:endParaRPr lang="en-CA" sz="3200" dirty="0"/>
          </a:p>
        </p:txBody>
      </p:sp>
    </p:spTree>
    <p:extLst>
      <p:ext uri="{BB962C8B-B14F-4D97-AF65-F5344CB8AC3E}">
        <p14:creationId xmlns:p14="http://schemas.microsoft.com/office/powerpoint/2010/main" val="1104074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110A83-5826-48DC-B4D9-C4547B373D07}"/>
              </a:ext>
            </a:extLst>
          </p:cNvPr>
          <p:cNvSpPr>
            <a:spLocks noGrp="1"/>
          </p:cNvSpPr>
          <p:nvPr>
            <p:ph idx="1"/>
          </p:nvPr>
        </p:nvSpPr>
        <p:spPr>
          <a:xfrm>
            <a:off x="4379709" y="686862"/>
            <a:ext cx="7037591" cy="5475129"/>
          </a:xfrm>
        </p:spPr>
        <p:txBody>
          <a:bodyPr anchor="ctr">
            <a:normAutofit/>
          </a:bodyPr>
          <a:lstStyle/>
          <a:p>
            <a:pPr algn="l"/>
            <a:r>
              <a:rPr lang="en-CA" sz="3600" b="0" i="0" dirty="0">
                <a:solidFill>
                  <a:srgbClr val="444444"/>
                </a:solidFill>
                <a:effectLst/>
              </a:rPr>
              <a:t>Java puede tener una curva de aprendizaje pronunciada para un principiante </a:t>
            </a:r>
          </a:p>
          <a:p>
            <a:pPr lvl="1"/>
            <a:r>
              <a:rPr lang="en-CA" sz="3600" b="0" i="1" dirty="0">
                <a:solidFill>
                  <a:srgbClr val="444444"/>
                </a:solidFill>
                <a:effectLst/>
              </a:rPr>
              <a:t>Solo si el propio instructor tuvo una curva pronunciada al aprender el lenguaje</a:t>
            </a:r>
          </a:p>
        </p:txBody>
      </p:sp>
      <p:sp>
        <p:nvSpPr>
          <p:cNvPr id="5" name="Rectangle 4">
            <a:extLst>
              <a:ext uri="{FF2B5EF4-FFF2-40B4-BE49-F238E27FC236}">
                <a16:creationId xmlns:a16="http://schemas.microsoft.com/office/drawing/2014/main" id="{F9B0BC55-7941-4A41-B9C5-84FFD65011B7}"/>
              </a:ext>
            </a:extLst>
          </p:cNvPr>
          <p:cNvSpPr/>
          <p:nvPr/>
        </p:nvSpPr>
        <p:spPr>
          <a:xfrm>
            <a:off x="466343" y="4419227"/>
            <a:ext cx="3414369" cy="1979852"/>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349927F-8FEA-6743-9848-416ABAA63FB6}"/>
              </a:ext>
            </a:extLst>
          </p:cNvPr>
          <p:cNvSpPr/>
          <p:nvPr/>
        </p:nvSpPr>
        <p:spPr>
          <a:xfrm>
            <a:off x="448762" y="437894"/>
            <a:ext cx="3431950" cy="3811418"/>
          </a:xfrm>
          <a:prstGeom prst="rect">
            <a:avLst/>
          </a:prstGeom>
          <a:solidFill>
            <a:srgbClr val="F492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5323D71E-AD31-A149-9F73-6AADA65A30BB}"/>
              </a:ext>
            </a:extLst>
          </p:cNvPr>
          <p:cNvSpPr txBox="1">
            <a:spLocks/>
          </p:cNvSpPr>
          <p:nvPr/>
        </p:nvSpPr>
        <p:spPr>
          <a:xfrm>
            <a:off x="777240" y="731519"/>
            <a:ext cx="2845191" cy="32375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3800" dirty="0">
                <a:solidFill>
                  <a:srgbClr val="FFFFFF"/>
                </a:solidFill>
              </a:rPr>
              <a:t>Mitos y beneficios de aprender Java</a:t>
            </a:r>
          </a:p>
          <a:p>
            <a:endParaRPr lang="en-CA" sz="3800" dirty="0">
              <a:solidFill>
                <a:srgbClr val="FFFFFF"/>
              </a:solidFill>
            </a:endParaRPr>
          </a:p>
        </p:txBody>
      </p:sp>
    </p:spTree>
    <p:extLst>
      <p:ext uri="{BB962C8B-B14F-4D97-AF65-F5344CB8AC3E}">
        <p14:creationId xmlns:p14="http://schemas.microsoft.com/office/powerpoint/2010/main" val="3507144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110A83-5826-48DC-B4D9-C4547B373D07}"/>
              </a:ext>
            </a:extLst>
          </p:cNvPr>
          <p:cNvSpPr>
            <a:spLocks noGrp="1"/>
          </p:cNvSpPr>
          <p:nvPr>
            <p:ph idx="1"/>
          </p:nvPr>
        </p:nvSpPr>
        <p:spPr>
          <a:xfrm>
            <a:off x="4379709" y="686862"/>
            <a:ext cx="7037591" cy="5475129"/>
          </a:xfrm>
        </p:spPr>
        <p:txBody>
          <a:bodyPr anchor="ctr">
            <a:normAutofit/>
          </a:bodyPr>
          <a:lstStyle/>
          <a:p>
            <a:pPr algn="l"/>
            <a:r>
              <a:rPr lang="en-CA" sz="3600" b="0" i="0" dirty="0">
                <a:solidFill>
                  <a:srgbClr val="444444"/>
                </a:solidFill>
                <a:effectLst/>
              </a:rPr>
              <a:t>Java no es adecuado para tareas ligeras y rápidas </a:t>
            </a:r>
          </a:p>
          <a:p>
            <a:pPr lvl="1"/>
            <a:r>
              <a:rPr lang="en-CA" sz="3600" dirty="0">
                <a:solidFill>
                  <a:srgbClr val="444444"/>
                </a:solidFill>
              </a:rPr>
              <a:t>Es más adecuado para aplicaciones más grandes y complejas.</a:t>
            </a:r>
          </a:p>
          <a:p>
            <a:pPr lvl="1"/>
            <a:r>
              <a:rPr lang="en-CA" sz="3600" b="0" i="1" dirty="0">
                <a:solidFill>
                  <a:srgbClr val="444444"/>
                </a:solidFill>
                <a:effectLst/>
              </a:rPr>
              <a:t>¿Ha visto </a:t>
            </a:r>
            <a:r>
              <a:rPr lang="en-CA" sz="3600" i="1" dirty="0">
                <a:solidFill>
                  <a:srgbClr val="444444"/>
                </a:solidFill>
              </a:rPr>
              <a:t>Multi</a:t>
            </a:r>
            <a:r>
              <a:rPr lang="en-CA" sz="3600" b="0" i="1" dirty="0">
                <a:solidFill>
                  <a:srgbClr val="444444"/>
                </a:solidFill>
                <a:effectLst/>
              </a:rPr>
              <a:t>-File Source-Code y, en Linux, ha probado la ejecución con shebang?</a:t>
            </a:r>
          </a:p>
          <a:p>
            <a:pPr lvl="1"/>
            <a:r>
              <a:rPr lang="en-US" sz="3600" i="1" dirty="0">
                <a:solidFill>
                  <a:srgbClr val="444444"/>
                </a:solidFill>
              </a:rPr>
              <a:t>¿Ha probado los Simple Source Files e Instance Main Methods?</a:t>
            </a:r>
            <a:endParaRPr lang="en-CA" sz="3600" b="1" i="1" dirty="0">
              <a:solidFill>
                <a:srgbClr val="444444"/>
              </a:solidFill>
            </a:endParaRPr>
          </a:p>
        </p:txBody>
      </p:sp>
      <p:sp>
        <p:nvSpPr>
          <p:cNvPr id="5" name="Rectangle 4">
            <a:extLst>
              <a:ext uri="{FF2B5EF4-FFF2-40B4-BE49-F238E27FC236}">
                <a16:creationId xmlns:a16="http://schemas.microsoft.com/office/drawing/2014/main" id="{F9B0BC55-7941-4A41-B9C5-84FFD65011B7}"/>
              </a:ext>
            </a:extLst>
          </p:cNvPr>
          <p:cNvSpPr/>
          <p:nvPr/>
        </p:nvSpPr>
        <p:spPr>
          <a:xfrm>
            <a:off x="466343" y="4419227"/>
            <a:ext cx="3414369" cy="1979852"/>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349927F-8FEA-6743-9848-416ABAA63FB6}"/>
              </a:ext>
            </a:extLst>
          </p:cNvPr>
          <p:cNvSpPr/>
          <p:nvPr/>
        </p:nvSpPr>
        <p:spPr>
          <a:xfrm>
            <a:off x="448762" y="437894"/>
            <a:ext cx="3431950" cy="3811418"/>
          </a:xfrm>
          <a:prstGeom prst="rect">
            <a:avLst/>
          </a:prstGeom>
          <a:solidFill>
            <a:srgbClr val="F492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5323D71E-AD31-A149-9F73-6AADA65A30BB}"/>
              </a:ext>
            </a:extLst>
          </p:cNvPr>
          <p:cNvSpPr txBox="1">
            <a:spLocks/>
          </p:cNvSpPr>
          <p:nvPr/>
        </p:nvSpPr>
        <p:spPr>
          <a:xfrm>
            <a:off x="777240" y="731519"/>
            <a:ext cx="2845191" cy="32375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3800" dirty="0">
                <a:solidFill>
                  <a:srgbClr val="FFFFFF"/>
                </a:solidFill>
              </a:rPr>
              <a:t>Mitos y beneficios de aprender Java</a:t>
            </a:r>
          </a:p>
          <a:p>
            <a:endParaRPr lang="en-CA" sz="3800" dirty="0">
              <a:solidFill>
                <a:srgbClr val="FFFFFF"/>
              </a:solidFill>
            </a:endParaRPr>
          </a:p>
        </p:txBody>
      </p:sp>
    </p:spTree>
    <p:extLst>
      <p:ext uri="{BB962C8B-B14F-4D97-AF65-F5344CB8AC3E}">
        <p14:creationId xmlns:p14="http://schemas.microsoft.com/office/powerpoint/2010/main" val="3426159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110A83-5826-48DC-B4D9-C4547B373D07}"/>
              </a:ext>
            </a:extLst>
          </p:cNvPr>
          <p:cNvSpPr>
            <a:spLocks noGrp="1"/>
          </p:cNvSpPr>
          <p:nvPr>
            <p:ph idx="1"/>
          </p:nvPr>
        </p:nvSpPr>
        <p:spPr>
          <a:xfrm>
            <a:off x="4379709" y="686862"/>
            <a:ext cx="7037591" cy="5475129"/>
          </a:xfrm>
        </p:spPr>
        <p:txBody>
          <a:bodyPr anchor="ctr">
            <a:normAutofit/>
          </a:bodyPr>
          <a:lstStyle/>
          <a:p>
            <a:pPr algn="l"/>
            <a:r>
              <a:rPr lang="en-CA" sz="3600" b="0" i="0" dirty="0">
                <a:solidFill>
                  <a:srgbClr val="444444"/>
                </a:solidFill>
                <a:effectLst/>
              </a:rPr>
              <a:t>El Oracle Java Development Kit (JDK) no es de código abierto</a:t>
            </a:r>
          </a:p>
          <a:p>
            <a:pPr lvl="1"/>
            <a:r>
              <a:rPr lang="en-CA" sz="3600" b="0" i="1" dirty="0">
                <a:solidFill>
                  <a:srgbClr val="444444"/>
                </a:solidFill>
                <a:effectLst/>
              </a:rPr>
              <a:t>OpenJDK es una implementación del JDK completamente de código abierto </a:t>
            </a:r>
            <a:endParaRPr lang="en-CA" sz="3600" i="1" dirty="0">
              <a:solidFill>
                <a:srgbClr val="444444"/>
              </a:solidFill>
            </a:endParaRPr>
          </a:p>
          <a:p>
            <a:pPr lvl="1"/>
            <a:r>
              <a:rPr lang="en-CA" sz="3600" i="1" dirty="0">
                <a:solidFill>
                  <a:srgbClr val="444444"/>
                </a:solidFill>
              </a:rPr>
              <a:t>El desarrollo continuo de Java se realiza en el proyecto OpenJDK por desarrolladores de Java de Oracle</a:t>
            </a:r>
            <a:endParaRPr lang="en-CA" sz="3600" b="0" i="1" dirty="0">
              <a:solidFill>
                <a:srgbClr val="444444"/>
              </a:solidFill>
              <a:effectLst/>
            </a:endParaRPr>
          </a:p>
        </p:txBody>
      </p:sp>
      <p:sp>
        <p:nvSpPr>
          <p:cNvPr id="5" name="Rectangle 4">
            <a:extLst>
              <a:ext uri="{FF2B5EF4-FFF2-40B4-BE49-F238E27FC236}">
                <a16:creationId xmlns:a16="http://schemas.microsoft.com/office/drawing/2014/main" id="{F9B0BC55-7941-4A41-B9C5-84FFD65011B7}"/>
              </a:ext>
            </a:extLst>
          </p:cNvPr>
          <p:cNvSpPr/>
          <p:nvPr/>
        </p:nvSpPr>
        <p:spPr>
          <a:xfrm>
            <a:off x="466343" y="4419227"/>
            <a:ext cx="3414369" cy="1979852"/>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349927F-8FEA-6743-9848-416ABAA63FB6}"/>
              </a:ext>
            </a:extLst>
          </p:cNvPr>
          <p:cNvSpPr/>
          <p:nvPr/>
        </p:nvSpPr>
        <p:spPr>
          <a:xfrm>
            <a:off x="448762" y="437894"/>
            <a:ext cx="3431950" cy="3811418"/>
          </a:xfrm>
          <a:prstGeom prst="rect">
            <a:avLst/>
          </a:prstGeom>
          <a:solidFill>
            <a:srgbClr val="F492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5323D71E-AD31-A149-9F73-6AADA65A30BB}"/>
              </a:ext>
            </a:extLst>
          </p:cNvPr>
          <p:cNvSpPr txBox="1">
            <a:spLocks/>
          </p:cNvSpPr>
          <p:nvPr/>
        </p:nvSpPr>
        <p:spPr>
          <a:xfrm>
            <a:off x="777240" y="731519"/>
            <a:ext cx="2845191" cy="32375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3800" dirty="0">
                <a:solidFill>
                  <a:srgbClr val="FFFFFF"/>
                </a:solidFill>
              </a:rPr>
              <a:t>Mitos y beneficios de aprender Java</a:t>
            </a:r>
          </a:p>
          <a:p>
            <a:endParaRPr lang="en-CA" sz="3800" dirty="0">
              <a:solidFill>
                <a:srgbClr val="FFFFFF"/>
              </a:solidFill>
            </a:endParaRPr>
          </a:p>
        </p:txBody>
      </p:sp>
    </p:spTree>
    <p:extLst>
      <p:ext uri="{BB962C8B-B14F-4D97-AF65-F5344CB8AC3E}">
        <p14:creationId xmlns:p14="http://schemas.microsoft.com/office/powerpoint/2010/main" val="2753833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110A83-5826-48DC-B4D9-C4547B373D07}"/>
              </a:ext>
            </a:extLst>
          </p:cNvPr>
          <p:cNvSpPr>
            <a:spLocks noGrp="1"/>
          </p:cNvSpPr>
          <p:nvPr>
            <p:ph idx="1"/>
          </p:nvPr>
        </p:nvSpPr>
        <p:spPr>
          <a:xfrm>
            <a:off x="4379709" y="686862"/>
            <a:ext cx="7037591" cy="5475129"/>
          </a:xfrm>
        </p:spPr>
        <p:txBody>
          <a:bodyPr anchor="ctr">
            <a:normAutofit/>
          </a:bodyPr>
          <a:lstStyle/>
          <a:p>
            <a:pPr algn="l"/>
            <a:r>
              <a:rPr lang="en-CA" sz="3600" b="0" i="0" dirty="0">
                <a:solidFill>
                  <a:srgbClr val="444444"/>
                </a:solidFill>
                <a:effectLst/>
              </a:rPr>
              <a:t>Java es un lenguaje “antiguo” (Java 1996 y Python 1991)</a:t>
            </a:r>
          </a:p>
          <a:p>
            <a:pPr lvl="1"/>
            <a:r>
              <a:rPr lang="en-CA" sz="3600" b="0" i="1" dirty="0">
                <a:solidFill>
                  <a:srgbClr val="444444"/>
                </a:solidFill>
                <a:effectLst/>
              </a:rPr>
              <a:t>también significa que está establecido, es ampliamente usado y está bien documentado</a:t>
            </a:r>
          </a:p>
          <a:p>
            <a:pPr algn="l"/>
            <a:endParaRPr lang="en-CA" sz="3600" b="0" i="1" dirty="0">
              <a:solidFill>
                <a:srgbClr val="444444"/>
              </a:solidFill>
              <a:effectLst/>
            </a:endParaRPr>
          </a:p>
        </p:txBody>
      </p:sp>
      <p:sp>
        <p:nvSpPr>
          <p:cNvPr id="5" name="Rectangle 4">
            <a:extLst>
              <a:ext uri="{FF2B5EF4-FFF2-40B4-BE49-F238E27FC236}">
                <a16:creationId xmlns:a16="http://schemas.microsoft.com/office/drawing/2014/main" id="{F9B0BC55-7941-4A41-B9C5-84FFD65011B7}"/>
              </a:ext>
            </a:extLst>
          </p:cNvPr>
          <p:cNvSpPr/>
          <p:nvPr/>
        </p:nvSpPr>
        <p:spPr>
          <a:xfrm>
            <a:off x="466343" y="4419227"/>
            <a:ext cx="3414369" cy="1979852"/>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349927F-8FEA-6743-9848-416ABAA63FB6}"/>
              </a:ext>
            </a:extLst>
          </p:cNvPr>
          <p:cNvSpPr/>
          <p:nvPr/>
        </p:nvSpPr>
        <p:spPr>
          <a:xfrm>
            <a:off x="448762" y="437894"/>
            <a:ext cx="3431950" cy="3811418"/>
          </a:xfrm>
          <a:prstGeom prst="rect">
            <a:avLst/>
          </a:prstGeom>
          <a:solidFill>
            <a:srgbClr val="F492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5323D71E-AD31-A149-9F73-6AADA65A30BB}"/>
              </a:ext>
            </a:extLst>
          </p:cNvPr>
          <p:cNvSpPr txBox="1">
            <a:spLocks/>
          </p:cNvSpPr>
          <p:nvPr/>
        </p:nvSpPr>
        <p:spPr>
          <a:xfrm>
            <a:off x="777240" y="731519"/>
            <a:ext cx="2845191" cy="32375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3800" dirty="0">
                <a:solidFill>
                  <a:srgbClr val="FFFFFF"/>
                </a:solidFill>
              </a:rPr>
              <a:t>Mitos y beneficios de aprender Java</a:t>
            </a:r>
          </a:p>
        </p:txBody>
      </p:sp>
    </p:spTree>
    <p:extLst>
      <p:ext uri="{BB962C8B-B14F-4D97-AF65-F5344CB8AC3E}">
        <p14:creationId xmlns:p14="http://schemas.microsoft.com/office/powerpoint/2010/main" val="4015333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110A83-5826-48DC-B4D9-C4547B373D07}"/>
              </a:ext>
            </a:extLst>
          </p:cNvPr>
          <p:cNvSpPr>
            <a:spLocks noGrp="1"/>
          </p:cNvSpPr>
          <p:nvPr>
            <p:ph idx="1"/>
          </p:nvPr>
        </p:nvSpPr>
        <p:spPr>
          <a:xfrm>
            <a:off x="4379709" y="686862"/>
            <a:ext cx="7037591" cy="5475129"/>
          </a:xfrm>
        </p:spPr>
        <p:txBody>
          <a:bodyPr anchor="ctr">
            <a:normAutofit/>
          </a:bodyPr>
          <a:lstStyle/>
          <a:p>
            <a:pPr algn="l"/>
            <a:r>
              <a:rPr lang="en-CA" sz="3600" dirty="0">
                <a:solidFill>
                  <a:srgbClr val="444444"/>
                </a:solidFill>
                <a:latin typeface="proxima-nova"/>
              </a:rPr>
              <a:t>M</a:t>
            </a:r>
            <a:r>
              <a:rPr lang="en-CA" sz="3600" b="0" dirty="0">
                <a:solidFill>
                  <a:srgbClr val="444444"/>
                </a:solidFill>
                <a:effectLst/>
                <a:latin typeface="proxima-nova"/>
              </a:rPr>
              <a:t>ás programadores de Java que de cualquier otro tipo de programador en el mundo</a:t>
            </a:r>
          </a:p>
          <a:p>
            <a:pPr lvl="1"/>
            <a:r>
              <a:rPr lang="en-CA" sz="3600" b="0" i="1" dirty="0">
                <a:solidFill>
                  <a:srgbClr val="444444"/>
                </a:solidFill>
                <a:effectLst/>
                <a:latin typeface="proxima-nova"/>
              </a:rPr>
              <a:t>es fácil encontrar personas que puedan ayudarlo y guiarlo</a:t>
            </a:r>
            <a:endParaRPr lang="en-CA" sz="3600" b="0" i="0" dirty="0">
              <a:solidFill>
                <a:srgbClr val="444444"/>
              </a:solidFill>
              <a:effectLst/>
              <a:latin typeface="proxima-nova"/>
            </a:endParaRPr>
          </a:p>
        </p:txBody>
      </p:sp>
      <p:sp>
        <p:nvSpPr>
          <p:cNvPr id="5" name="Rectangle 4">
            <a:extLst>
              <a:ext uri="{FF2B5EF4-FFF2-40B4-BE49-F238E27FC236}">
                <a16:creationId xmlns:a16="http://schemas.microsoft.com/office/drawing/2014/main" id="{F9B0BC55-7941-4A41-B9C5-84FFD65011B7}"/>
              </a:ext>
            </a:extLst>
          </p:cNvPr>
          <p:cNvSpPr/>
          <p:nvPr/>
        </p:nvSpPr>
        <p:spPr>
          <a:xfrm>
            <a:off x="466343" y="4419227"/>
            <a:ext cx="3414369" cy="1979852"/>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349927F-8FEA-6743-9848-416ABAA63FB6}"/>
              </a:ext>
            </a:extLst>
          </p:cNvPr>
          <p:cNvSpPr/>
          <p:nvPr/>
        </p:nvSpPr>
        <p:spPr>
          <a:xfrm>
            <a:off x="448762" y="437894"/>
            <a:ext cx="3431950" cy="3811418"/>
          </a:xfrm>
          <a:prstGeom prst="rect">
            <a:avLst/>
          </a:prstGeom>
          <a:solidFill>
            <a:srgbClr val="F492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5323D71E-AD31-A149-9F73-6AADA65A30BB}"/>
              </a:ext>
            </a:extLst>
          </p:cNvPr>
          <p:cNvSpPr txBox="1">
            <a:spLocks/>
          </p:cNvSpPr>
          <p:nvPr/>
        </p:nvSpPr>
        <p:spPr>
          <a:xfrm>
            <a:off x="777240" y="731519"/>
            <a:ext cx="2845191" cy="32375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3800" dirty="0">
                <a:solidFill>
                  <a:srgbClr val="FFFFFF"/>
                </a:solidFill>
              </a:rPr>
              <a:t>Mitos y beneficios de aprender Java</a:t>
            </a:r>
          </a:p>
        </p:txBody>
      </p:sp>
    </p:spTree>
    <p:extLst>
      <p:ext uri="{BB962C8B-B14F-4D97-AF65-F5344CB8AC3E}">
        <p14:creationId xmlns:p14="http://schemas.microsoft.com/office/powerpoint/2010/main" val="4004093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110A83-5826-48DC-B4D9-C4547B373D07}"/>
              </a:ext>
            </a:extLst>
          </p:cNvPr>
          <p:cNvSpPr>
            <a:spLocks noGrp="1"/>
          </p:cNvSpPr>
          <p:nvPr>
            <p:ph idx="1"/>
          </p:nvPr>
        </p:nvSpPr>
        <p:spPr>
          <a:xfrm>
            <a:off x="4379709" y="686862"/>
            <a:ext cx="7037591" cy="5475129"/>
          </a:xfrm>
        </p:spPr>
        <p:txBody>
          <a:bodyPr anchor="ctr">
            <a:normAutofit/>
          </a:bodyPr>
          <a:lstStyle/>
          <a:p>
            <a:pPr algn="l"/>
            <a:r>
              <a:rPr lang="en-CA" sz="3600" b="0" i="1" dirty="0">
                <a:solidFill>
                  <a:srgbClr val="444444"/>
                </a:solidFill>
                <a:effectLst/>
              </a:rPr>
              <a:t>Java (y su variante en la JVM, Kotlin) son la base del desarrollo en Android</a:t>
            </a:r>
          </a:p>
        </p:txBody>
      </p:sp>
      <p:sp>
        <p:nvSpPr>
          <p:cNvPr id="5" name="Rectangle 4">
            <a:extLst>
              <a:ext uri="{FF2B5EF4-FFF2-40B4-BE49-F238E27FC236}">
                <a16:creationId xmlns:a16="http://schemas.microsoft.com/office/drawing/2014/main" id="{F9B0BC55-7941-4A41-B9C5-84FFD65011B7}"/>
              </a:ext>
            </a:extLst>
          </p:cNvPr>
          <p:cNvSpPr/>
          <p:nvPr/>
        </p:nvSpPr>
        <p:spPr>
          <a:xfrm>
            <a:off x="466343" y="4419227"/>
            <a:ext cx="3414369" cy="1979852"/>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349927F-8FEA-6743-9848-416ABAA63FB6}"/>
              </a:ext>
            </a:extLst>
          </p:cNvPr>
          <p:cNvSpPr/>
          <p:nvPr/>
        </p:nvSpPr>
        <p:spPr>
          <a:xfrm>
            <a:off x="448762" y="437894"/>
            <a:ext cx="3431950" cy="3811418"/>
          </a:xfrm>
          <a:prstGeom prst="rect">
            <a:avLst/>
          </a:prstGeom>
          <a:solidFill>
            <a:srgbClr val="F492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5323D71E-AD31-A149-9F73-6AADA65A30BB}"/>
              </a:ext>
            </a:extLst>
          </p:cNvPr>
          <p:cNvSpPr txBox="1">
            <a:spLocks/>
          </p:cNvSpPr>
          <p:nvPr/>
        </p:nvSpPr>
        <p:spPr>
          <a:xfrm>
            <a:off x="777240" y="731519"/>
            <a:ext cx="2845191" cy="32375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3800" dirty="0">
                <a:solidFill>
                  <a:srgbClr val="FFFFFF"/>
                </a:solidFill>
              </a:rPr>
              <a:t>Mitos y beneficios de aprender Java</a:t>
            </a:r>
          </a:p>
        </p:txBody>
      </p:sp>
    </p:spTree>
    <p:extLst>
      <p:ext uri="{BB962C8B-B14F-4D97-AF65-F5344CB8AC3E}">
        <p14:creationId xmlns:p14="http://schemas.microsoft.com/office/powerpoint/2010/main" val="3390387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4335327"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AD9BD823-7752-4561-9FCB-300555193584}"/>
              </a:ext>
            </a:extLst>
          </p:cNvPr>
          <p:cNvGraphicFramePr>
            <a:graphicFrameLocks noGrp="1"/>
          </p:cNvGraphicFramePr>
          <p:nvPr>
            <p:ph idx="1"/>
            <p:extLst>
              <p:ext uri="{D42A27DB-BD31-4B8C-83A1-F6EECF244321}">
                <p14:modId xmlns:p14="http://schemas.microsoft.com/office/powerpoint/2010/main" val="3498517792"/>
              </p:ext>
            </p:extLst>
          </p:nvPr>
        </p:nvGraphicFramePr>
        <p:xfrm>
          <a:off x="5447579" y="480054"/>
          <a:ext cx="6308097" cy="58967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ectangle 5">
            <a:extLst>
              <a:ext uri="{FF2B5EF4-FFF2-40B4-BE49-F238E27FC236}">
                <a16:creationId xmlns:a16="http://schemas.microsoft.com/office/drawing/2014/main" id="{1E2A660A-D08A-9043-8007-1963C033F5F5}"/>
              </a:ext>
            </a:extLst>
          </p:cNvPr>
          <p:cNvSpPr/>
          <p:nvPr/>
        </p:nvSpPr>
        <p:spPr>
          <a:xfrm>
            <a:off x="0" y="-16042"/>
            <a:ext cx="5109251" cy="6874042"/>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C77A40B0-F65C-E14C-8040-19F8E71EE936}"/>
              </a:ext>
            </a:extLst>
          </p:cNvPr>
          <p:cNvSpPr>
            <a:spLocks noGrp="1"/>
          </p:cNvSpPr>
          <p:nvPr>
            <p:ph type="title"/>
          </p:nvPr>
        </p:nvSpPr>
        <p:spPr>
          <a:xfrm>
            <a:off x="594360" y="637125"/>
            <a:ext cx="3802276" cy="5256371"/>
          </a:xfrm>
        </p:spPr>
        <p:txBody>
          <a:bodyPr>
            <a:normAutofit/>
          </a:bodyPr>
          <a:lstStyle/>
          <a:p>
            <a:r>
              <a:rPr lang="en-CA" dirty="0">
                <a:solidFill>
                  <a:schemeClr val="bg1"/>
                </a:solidFill>
              </a:rPr>
              <a:t>Mejoras del lenguaje Java</a:t>
            </a:r>
          </a:p>
        </p:txBody>
      </p:sp>
    </p:spTree>
    <p:extLst>
      <p:ext uri="{BB962C8B-B14F-4D97-AF65-F5344CB8AC3E}">
        <p14:creationId xmlns:p14="http://schemas.microsoft.com/office/powerpoint/2010/main" val="25534447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3"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CA"/>
            </a:p>
          </p:txBody>
        </p:sp>
        <p:sp>
          <p:nvSpPr>
            <p:cNvPr id="14"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txBody>
            <a:bodyPr/>
            <a:lstStyle/>
            <a:p>
              <a:endParaRPr lang="en-CA"/>
            </a:p>
          </p:txBody>
        </p:sp>
        <p:sp>
          <p:nvSpPr>
            <p:cNvPr id="15"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txBody>
            <a:bodyPr/>
            <a:lstStyle/>
            <a:p>
              <a:endParaRPr lang="en-CA"/>
            </a:p>
          </p:txBody>
        </p:sp>
        <p:sp>
          <p:nvSpPr>
            <p:cNvPr id="16"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CA"/>
            </a:p>
          </p:txBody>
        </p:sp>
        <p:sp>
          <p:nvSpPr>
            <p:cNvPr id="17"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CA"/>
            </a:p>
          </p:txBody>
        </p:sp>
        <p:sp>
          <p:nvSpPr>
            <p:cNvPr id="18"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txBody>
            <a:bodyPr/>
            <a:lstStyle/>
            <a:p>
              <a:endParaRPr lang="en-CA"/>
            </a:p>
          </p:txBody>
        </p:sp>
      </p:grpSp>
      <p:sp>
        <p:nvSpPr>
          <p:cNvPr id="19" name="Rectangle 18">
            <a:extLst>
              <a:ext uri="{FF2B5EF4-FFF2-40B4-BE49-F238E27FC236}">
                <a16:creationId xmlns:a16="http://schemas.microsoft.com/office/drawing/2014/main" id="{31A023B1-86A9-7846-B63E-2774FBB90925}"/>
              </a:ext>
            </a:extLst>
          </p:cNvPr>
          <p:cNvSpPr/>
          <p:nvPr/>
        </p:nvSpPr>
        <p:spPr>
          <a:xfrm>
            <a:off x="30002" y="-16042"/>
            <a:ext cx="5935579" cy="68740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602458C-2AB9-C54C-AE3B-E3832674BC87}"/>
              </a:ext>
            </a:extLst>
          </p:cNvPr>
          <p:cNvSpPr/>
          <p:nvPr/>
        </p:nvSpPr>
        <p:spPr>
          <a:xfrm>
            <a:off x="13786" y="-16042"/>
            <a:ext cx="4861590" cy="6874042"/>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Content Placeholder 2">
            <a:extLst>
              <a:ext uri="{FF2B5EF4-FFF2-40B4-BE49-F238E27FC236}">
                <a16:creationId xmlns:a16="http://schemas.microsoft.com/office/drawing/2014/main" id="{770EB2E4-64F0-1849-9CA6-29C6EF4E3ED6}"/>
              </a:ext>
            </a:extLst>
          </p:cNvPr>
          <p:cNvGraphicFramePr>
            <a:graphicFrameLocks/>
          </p:cNvGraphicFramePr>
          <p:nvPr>
            <p:extLst>
              <p:ext uri="{D42A27DB-BD31-4B8C-83A1-F6EECF244321}">
                <p14:modId xmlns:p14="http://schemas.microsoft.com/office/powerpoint/2010/main" val="203706074"/>
              </p:ext>
            </p:extLst>
          </p:nvPr>
        </p:nvGraphicFramePr>
        <p:xfrm>
          <a:off x="5591594" y="429472"/>
          <a:ext cx="5750920" cy="59830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 name="Title 1">
            <a:extLst>
              <a:ext uri="{FF2B5EF4-FFF2-40B4-BE49-F238E27FC236}">
                <a16:creationId xmlns:a16="http://schemas.microsoft.com/office/drawing/2014/main" id="{DA49F9D7-4DC0-1043-80DE-D18C68060F45}"/>
              </a:ext>
            </a:extLst>
          </p:cNvPr>
          <p:cNvSpPr>
            <a:spLocks noGrp="1"/>
          </p:cNvSpPr>
          <p:nvPr>
            <p:ph type="title"/>
          </p:nvPr>
        </p:nvSpPr>
        <p:spPr>
          <a:xfrm>
            <a:off x="535020" y="685800"/>
            <a:ext cx="2780271" cy="5105400"/>
          </a:xfrm>
        </p:spPr>
        <p:txBody>
          <a:bodyPr>
            <a:normAutofit/>
          </a:bodyPr>
          <a:lstStyle/>
          <a:p>
            <a:r>
              <a:rPr lang="en-CA" sz="4000" dirty="0">
                <a:solidFill>
                  <a:srgbClr val="FFFFFF"/>
                </a:solidFill>
              </a:rPr>
              <a:t>JShell - Bucle de Lectura-Evaluación-Impresión (REPL) JDK 9</a:t>
            </a:r>
          </a:p>
        </p:txBody>
      </p:sp>
    </p:spTree>
    <p:extLst>
      <p:ext uri="{BB962C8B-B14F-4D97-AF65-F5344CB8AC3E}">
        <p14:creationId xmlns:p14="http://schemas.microsoft.com/office/powerpoint/2010/main" val="27329038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AC58F-491D-DBEB-FDF4-A05D415E8C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A56165-F84E-10E4-4B6B-2A078081A067}"/>
              </a:ext>
            </a:extLst>
          </p:cNvPr>
          <p:cNvSpPr>
            <a:spLocks noGrp="1"/>
          </p:cNvSpPr>
          <p:nvPr>
            <p:ph idx="1"/>
          </p:nvPr>
        </p:nvSpPr>
        <p:spPr>
          <a:xfrm>
            <a:off x="5120640" y="174567"/>
            <a:ext cx="6281928" cy="6483928"/>
          </a:xfrm>
        </p:spPr>
        <p:txBody>
          <a:bodyPr anchor="ctr">
            <a:noAutofit/>
          </a:bodyPr>
          <a:lstStyle/>
          <a:p>
            <a:r>
              <a:rPr lang="en-CA" sz="3600" dirty="0"/>
              <a:t>Aborda la sobrecarga de ejecutar código</a:t>
            </a:r>
          </a:p>
          <a:p>
            <a:pPr lvl="1"/>
            <a:r>
              <a:rPr lang="en-CA" sz="3600" b="1" dirty="0"/>
              <a:t>Estilo tradicional</a:t>
            </a:r>
          </a:p>
          <a:p>
            <a:pPr lvl="2"/>
            <a:r>
              <a:rPr lang="en-CA" sz="3600" dirty="0"/>
              <a:t>Dos pasos para la ejecución</a:t>
            </a:r>
          </a:p>
          <a:p>
            <a:pPr lvl="3"/>
            <a:r>
              <a:rPr lang="en-CA" sz="3600" dirty="0" err="1">
                <a:latin typeface="Consolas" panose="020B0609020204030204" pitchFamily="49" charset="0"/>
              </a:rPr>
              <a:t>javac</a:t>
            </a:r>
            <a:endParaRPr lang="en-CA" sz="3600" dirty="0">
              <a:latin typeface="Consolas" panose="020B0609020204030204" pitchFamily="49" charset="0"/>
            </a:endParaRPr>
          </a:p>
          <a:p>
            <a:pPr lvl="3"/>
            <a:r>
              <a:rPr lang="en-CA" sz="3600" dirty="0">
                <a:latin typeface="Consolas" panose="020B0609020204030204" pitchFamily="49" charset="0"/>
              </a:rPr>
              <a:t>java -jar</a:t>
            </a:r>
          </a:p>
          <a:p>
            <a:pPr marL="0" indent="0">
              <a:buNone/>
            </a:pPr>
            <a:endParaRPr lang="en-CA" sz="800" dirty="0"/>
          </a:p>
        </p:txBody>
      </p:sp>
      <p:grpSp>
        <p:nvGrpSpPr>
          <p:cNvPr id="16" name="Group 15">
            <a:extLst>
              <a:ext uri="{FF2B5EF4-FFF2-40B4-BE49-F238E27FC236}">
                <a16:creationId xmlns:a16="http://schemas.microsoft.com/office/drawing/2014/main" id="{EB041CA2-E37A-AF8D-A04E-86DB065F29B2}"/>
              </a:ext>
            </a:extLst>
          </p:cNvPr>
          <p:cNvGrpSpPr/>
          <p:nvPr/>
        </p:nvGrpSpPr>
        <p:grpSpPr>
          <a:xfrm>
            <a:off x="797560" y="1721291"/>
            <a:ext cx="3674476" cy="3531245"/>
            <a:chOff x="811870" y="1685219"/>
            <a:chExt cx="3674476" cy="3531245"/>
          </a:xfrm>
        </p:grpSpPr>
        <p:sp>
          <p:nvSpPr>
            <p:cNvPr id="7" name="Rectangle 6">
              <a:extLst>
                <a:ext uri="{FF2B5EF4-FFF2-40B4-BE49-F238E27FC236}">
                  <a16:creationId xmlns:a16="http://schemas.microsoft.com/office/drawing/2014/main" id="{AF98DC91-4E03-0D08-2189-7FAE2D8700A0}"/>
                </a:ext>
              </a:extLst>
            </p:cNvPr>
            <p:cNvSpPr/>
            <p:nvPr/>
          </p:nvSpPr>
          <p:spPr>
            <a:xfrm>
              <a:off x="811870" y="1685219"/>
              <a:ext cx="3674476" cy="3198018"/>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37316E6C-11DE-596D-6701-AB5FCD5EAC7D}"/>
                </a:ext>
              </a:extLst>
            </p:cNvPr>
            <p:cNvSpPr/>
            <p:nvPr/>
          </p:nvSpPr>
          <p:spPr>
            <a:xfrm rot="10800000">
              <a:off x="2424071" y="4839011"/>
              <a:ext cx="479967" cy="377453"/>
            </a:xfrm>
            <a:prstGeom prst="triangle">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 name="Title 1">
            <a:extLst>
              <a:ext uri="{FF2B5EF4-FFF2-40B4-BE49-F238E27FC236}">
                <a16:creationId xmlns:a16="http://schemas.microsoft.com/office/drawing/2014/main" id="{1AFDCAE4-3CA0-4B07-D6DF-EBD307C16070}"/>
              </a:ext>
            </a:extLst>
          </p:cNvPr>
          <p:cNvSpPr>
            <a:spLocks noGrp="1"/>
          </p:cNvSpPr>
          <p:nvPr>
            <p:ph type="title"/>
          </p:nvPr>
        </p:nvSpPr>
        <p:spPr>
          <a:xfrm>
            <a:off x="904877" y="2142608"/>
            <a:ext cx="3451730" cy="2399869"/>
          </a:xfrm>
        </p:spPr>
        <p:txBody>
          <a:bodyPr>
            <a:normAutofit fontScale="90000"/>
          </a:bodyPr>
          <a:lstStyle/>
          <a:p>
            <a:pPr algn="l"/>
            <a:r>
              <a:rPr lang="en-CA" sz="3600" b="0" i="0" dirty="0">
                <a:solidFill>
                  <a:schemeClr val="bg1"/>
                </a:solidFill>
                <a:effectLst/>
              </a:rPr>
              <a:t>JEP 458  - Ejecutar programas Multi-File Source-Code JDK 22</a:t>
            </a:r>
          </a:p>
        </p:txBody>
      </p:sp>
    </p:spTree>
    <p:extLst>
      <p:ext uri="{BB962C8B-B14F-4D97-AF65-F5344CB8AC3E}">
        <p14:creationId xmlns:p14="http://schemas.microsoft.com/office/powerpoint/2010/main" val="784970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AC58F-491D-DBEB-FDF4-A05D415E8C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A56165-F84E-10E4-4B6B-2A078081A067}"/>
              </a:ext>
            </a:extLst>
          </p:cNvPr>
          <p:cNvSpPr>
            <a:spLocks noGrp="1"/>
          </p:cNvSpPr>
          <p:nvPr>
            <p:ph idx="1"/>
          </p:nvPr>
        </p:nvSpPr>
        <p:spPr>
          <a:xfrm>
            <a:off x="5120640" y="174567"/>
            <a:ext cx="6281928" cy="6483928"/>
          </a:xfrm>
        </p:spPr>
        <p:txBody>
          <a:bodyPr anchor="ctr">
            <a:noAutofit/>
          </a:bodyPr>
          <a:lstStyle/>
          <a:p>
            <a:r>
              <a:rPr lang="en-CA" sz="3200" b="1" dirty="0"/>
              <a:t>Estilo Multi-File Source-Code</a:t>
            </a:r>
          </a:p>
          <a:p>
            <a:pPr lvl="1"/>
            <a:r>
              <a:rPr lang="en-CA" sz="3200" dirty="0"/>
              <a:t>Un solo paso para la ejecución</a:t>
            </a:r>
          </a:p>
          <a:p>
            <a:pPr lvl="2"/>
            <a:r>
              <a:rPr lang="en-CA" sz="3200" dirty="0">
                <a:latin typeface="Consolas" panose="020B0609020204030204" pitchFamily="49" charset="0"/>
              </a:rPr>
              <a:t>java</a:t>
            </a:r>
          </a:p>
          <a:p>
            <a:pPr lvl="3"/>
            <a:r>
              <a:rPr lang="en-CA" sz="3200" dirty="0"/>
              <a:t>Si el archivo tiene una clase pública con un main, se compila y se ejecuta</a:t>
            </a:r>
          </a:p>
          <a:p>
            <a:pPr lvl="3"/>
            <a:r>
              <a:rPr lang="en-CA" sz="3200" dirty="0"/>
              <a:t>Ahora puede tener múltiples archivos de clase en la misma carpeta o en una subcarpeta</a:t>
            </a:r>
          </a:p>
          <a:p>
            <a:pPr lvl="3"/>
            <a:r>
              <a:rPr lang="en-CA" sz="3200" dirty="0"/>
              <a:t>Incluso puede incluir archivos jar </a:t>
            </a:r>
          </a:p>
          <a:p>
            <a:r>
              <a:rPr lang="en-CA" sz="3200" dirty="0"/>
              <a:t>No es necesario dominar un IDE</a:t>
            </a:r>
          </a:p>
        </p:txBody>
      </p:sp>
      <p:grpSp>
        <p:nvGrpSpPr>
          <p:cNvPr id="16" name="Group 15">
            <a:extLst>
              <a:ext uri="{FF2B5EF4-FFF2-40B4-BE49-F238E27FC236}">
                <a16:creationId xmlns:a16="http://schemas.microsoft.com/office/drawing/2014/main" id="{EB041CA2-E37A-AF8D-A04E-86DB065F29B2}"/>
              </a:ext>
            </a:extLst>
          </p:cNvPr>
          <p:cNvGrpSpPr/>
          <p:nvPr/>
        </p:nvGrpSpPr>
        <p:grpSpPr>
          <a:xfrm>
            <a:off x="797560" y="1721291"/>
            <a:ext cx="3674476" cy="3531245"/>
            <a:chOff x="811870" y="1685219"/>
            <a:chExt cx="3674476" cy="3531245"/>
          </a:xfrm>
        </p:grpSpPr>
        <p:sp>
          <p:nvSpPr>
            <p:cNvPr id="7" name="Rectangle 6">
              <a:extLst>
                <a:ext uri="{FF2B5EF4-FFF2-40B4-BE49-F238E27FC236}">
                  <a16:creationId xmlns:a16="http://schemas.microsoft.com/office/drawing/2014/main" id="{AF98DC91-4E03-0D08-2189-7FAE2D8700A0}"/>
                </a:ext>
              </a:extLst>
            </p:cNvPr>
            <p:cNvSpPr/>
            <p:nvPr/>
          </p:nvSpPr>
          <p:spPr>
            <a:xfrm>
              <a:off x="811870" y="1685219"/>
              <a:ext cx="3674476" cy="3198018"/>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37316E6C-11DE-596D-6701-AB5FCD5EAC7D}"/>
                </a:ext>
              </a:extLst>
            </p:cNvPr>
            <p:cNvSpPr/>
            <p:nvPr/>
          </p:nvSpPr>
          <p:spPr>
            <a:xfrm rot="10800000">
              <a:off x="2424071" y="4839011"/>
              <a:ext cx="479967" cy="377453"/>
            </a:xfrm>
            <a:prstGeom prst="triangle">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 name="Title 1">
            <a:extLst>
              <a:ext uri="{FF2B5EF4-FFF2-40B4-BE49-F238E27FC236}">
                <a16:creationId xmlns:a16="http://schemas.microsoft.com/office/drawing/2014/main" id="{1AFDCAE4-3CA0-4B07-D6DF-EBD307C16070}"/>
              </a:ext>
            </a:extLst>
          </p:cNvPr>
          <p:cNvSpPr>
            <a:spLocks noGrp="1"/>
          </p:cNvSpPr>
          <p:nvPr>
            <p:ph type="title"/>
          </p:nvPr>
        </p:nvSpPr>
        <p:spPr>
          <a:xfrm>
            <a:off x="904877" y="2142608"/>
            <a:ext cx="3451730" cy="2399869"/>
          </a:xfrm>
        </p:spPr>
        <p:txBody>
          <a:bodyPr>
            <a:normAutofit fontScale="90000"/>
          </a:bodyPr>
          <a:lstStyle/>
          <a:p>
            <a:pPr algn="l"/>
            <a:r>
              <a:rPr lang="en-CA" sz="3600" b="0" i="0" dirty="0">
                <a:solidFill>
                  <a:schemeClr val="bg1"/>
                </a:solidFill>
                <a:effectLst/>
              </a:rPr>
              <a:t>JEP 458  - Ejecutar programas Multi-File Source-Code JDK 22</a:t>
            </a:r>
          </a:p>
        </p:txBody>
      </p:sp>
    </p:spTree>
    <p:extLst>
      <p:ext uri="{BB962C8B-B14F-4D97-AF65-F5344CB8AC3E}">
        <p14:creationId xmlns:p14="http://schemas.microsoft.com/office/powerpoint/2010/main" val="8626980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bg2"/>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676AF-1739-BA75-AF1B-D2AB6C12273E}"/>
              </a:ext>
            </a:extLst>
          </p:cNvPr>
          <p:cNvSpPr>
            <a:spLocks noGrp="1"/>
          </p:cNvSpPr>
          <p:nvPr>
            <p:ph type="title"/>
          </p:nvPr>
        </p:nvSpPr>
        <p:spPr/>
        <p:txBody>
          <a:bodyPr/>
          <a:lstStyle/>
          <a:p>
            <a:pPr algn="ctr"/>
            <a:r>
              <a:rPr lang="en-US" b="1" dirty="0"/>
              <a:t>¡Demasiadas decoraciones!</a:t>
            </a:r>
            <a:endParaRPr lang="en-CA" b="1" dirty="0"/>
          </a:p>
        </p:txBody>
      </p:sp>
      <p:sp>
        <p:nvSpPr>
          <p:cNvPr id="3" name="Content Placeholder 2">
            <a:extLst>
              <a:ext uri="{FF2B5EF4-FFF2-40B4-BE49-F238E27FC236}">
                <a16:creationId xmlns:a16="http://schemas.microsoft.com/office/drawing/2014/main" id="{3F7EC34D-900F-CBF2-1033-0EDDAA7839D3}"/>
              </a:ext>
            </a:extLst>
          </p:cNvPr>
          <p:cNvSpPr>
            <a:spLocks noGrp="1"/>
          </p:cNvSpPr>
          <p:nvPr>
            <p:ph idx="1"/>
          </p:nvPr>
        </p:nvSpPr>
        <p:spPr>
          <a:xfrm>
            <a:off x="838200" y="1825625"/>
            <a:ext cx="10515600" cy="4351338"/>
          </a:xfrm>
        </p:spPr>
        <p:txBody>
          <a:bodyPr>
            <a:normAutofit fontScale="92500"/>
          </a:bodyPr>
          <a:lstStyle/>
          <a:p>
            <a:pPr marL="0" indent="0" eaLnBrk="0" fontAlgn="base" hangingPunct="0">
              <a:lnSpc>
                <a:spcPct val="150000"/>
              </a:lnSpc>
              <a:spcBef>
                <a:spcPct val="0"/>
              </a:spcBef>
              <a:spcAft>
                <a:spcPct val="0"/>
              </a:spcAft>
              <a:buNone/>
            </a:pPr>
            <a:r>
              <a:rPr lang="en-US" altLang="en-US" sz="3600" b="1">
                <a:solidFill>
                  <a:srgbClr val="FF0000"/>
                </a:solidFill>
                <a:latin typeface="Consolas" panose="020B0609020204030204" pitchFamily="49" charset="0"/>
              </a:rPr>
              <a:t>public class HelloWorld {</a:t>
            </a:r>
          </a:p>
          <a:p>
            <a:pPr marL="0" indent="0" eaLnBrk="0" fontAlgn="base" hangingPunct="0">
              <a:lnSpc>
                <a:spcPct val="150000"/>
              </a:lnSpc>
              <a:spcBef>
                <a:spcPct val="0"/>
              </a:spcBef>
              <a:spcAft>
                <a:spcPct val="0"/>
              </a:spcAft>
              <a:buNone/>
            </a:pPr>
            <a:r>
              <a:rPr lang="en-US" altLang="en-US" sz="3600" b="1">
                <a:latin typeface="Consolas" panose="020B0609020204030204" pitchFamily="49" charset="0"/>
              </a:rPr>
              <a:t>   </a:t>
            </a:r>
            <a:r>
              <a:rPr lang="en-US" altLang="en-US" sz="3600" b="1">
                <a:solidFill>
                  <a:srgbClr val="FF0000"/>
                </a:solidFill>
                <a:latin typeface="Consolas" panose="020B0609020204030204" pitchFamily="49" charset="0"/>
              </a:rPr>
              <a:t>public static </a:t>
            </a:r>
            <a:r>
              <a:rPr lang="en-US" altLang="en-US" sz="3600" b="1">
                <a:latin typeface="Consolas" panose="020B0609020204030204" pitchFamily="49" charset="0"/>
              </a:rPr>
              <a:t>void main(</a:t>
            </a:r>
            <a:r>
              <a:rPr lang="en-US" altLang="en-US" sz="3600" b="1">
                <a:solidFill>
                  <a:srgbClr val="FF0000"/>
                </a:solidFill>
                <a:latin typeface="Consolas" panose="020B0609020204030204" pitchFamily="49" charset="0"/>
              </a:rPr>
              <a:t>String[] args</a:t>
            </a:r>
            <a:r>
              <a:rPr lang="en-US" altLang="en-US" sz="3600" b="1">
                <a:latin typeface="Consolas" panose="020B0609020204030204" pitchFamily="49" charset="0"/>
              </a:rPr>
              <a:t>) {</a:t>
            </a:r>
          </a:p>
          <a:p>
            <a:pPr marL="0" indent="0" eaLnBrk="0" fontAlgn="base" hangingPunct="0">
              <a:lnSpc>
                <a:spcPct val="150000"/>
              </a:lnSpc>
              <a:spcBef>
                <a:spcPct val="0"/>
              </a:spcBef>
              <a:spcAft>
                <a:spcPct val="0"/>
              </a:spcAft>
              <a:buNone/>
            </a:pPr>
            <a:r>
              <a:rPr lang="en-US" altLang="en-US" sz="3600" b="1">
                <a:latin typeface="Consolas" panose="020B0609020204030204" pitchFamily="49" charset="0"/>
              </a:rPr>
              <a:t>       </a:t>
            </a:r>
            <a:r>
              <a:rPr lang="en-US" altLang="en-US" sz="3600" b="1">
                <a:solidFill>
                  <a:srgbClr val="FF0000"/>
                </a:solidFill>
                <a:latin typeface="Consolas" panose="020B0609020204030204" pitchFamily="49" charset="0"/>
              </a:rPr>
              <a:t>System.out.</a:t>
            </a:r>
            <a:r>
              <a:rPr lang="en-US" altLang="en-US" sz="3600" b="1">
                <a:latin typeface="Consolas" panose="020B0609020204030204" pitchFamily="49" charset="0"/>
              </a:rPr>
              <a:t>println("Hello, World!");</a:t>
            </a:r>
          </a:p>
          <a:p>
            <a:pPr marL="0" indent="0" eaLnBrk="0" fontAlgn="base" hangingPunct="0">
              <a:lnSpc>
                <a:spcPct val="150000"/>
              </a:lnSpc>
              <a:spcBef>
                <a:spcPct val="0"/>
              </a:spcBef>
              <a:spcAft>
                <a:spcPct val="0"/>
              </a:spcAft>
              <a:buNone/>
            </a:pPr>
            <a:r>
              <a:rPr lang="en-US" altLang="en-US" sz="3600" b="1">
                <a:latin typeface="Consolas" panose="020B0609020204030204" pitchFamily="49" charset="0"/>
              </a:rPr>
              <a:t>    }</a:t>
            </a:r>
          </a:p>
          <a:p>
            <a:pPr marL="0" indent="0" eaLnBrk="0" fontAlgn="base" hangingPunct="0">
              <a:lnSpc>
                <a:spcPct val="150000"/>
              </a:lnSpc>
              <a:spcBef>
                <a:spcPct val="0"/>
              </a:spcBef>
              <a:spcAft>
                <a:spcPct val="0"/>
              </a:spcAft>
              <a:buNone/>
            </a:pPr>
            <a:r>
              <a:rPr lang="en-US" altLang="en-US" sz="3600" b="1">
                <a:latin typeface="Consolas" panose="020B0609020204030204" pitchFamily="49" charset="0"/>
              </a:rPr>
              <a:t>}</a:t>
            </a:r>
          </a:p>
          <a:p>
            <a:endParaRPr lang="en-CA" dirty="0"/>
          </a:p>
        </p:txBody>
      </p:sp>
    </p:spTree>
    <p:extLst>
      <p:ext uri="{BB962C8B-B14F-4D97-AF65-F5344CB8AC3E}">
        <p14:creationId xmlns:p14="http://schemas.microsoft.com/office/powerpoint/2010/main" val="3808254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003982-FF5D-45EB-537B-0C685C66C8E6}"/>
              </a:ext>
            </a:extLst>
          </p:cNvPr>
          <p:cNvSpPr>
            <a:spLocks noGrp="1"/>
          </p:cNvSpPr>
          <p:nvPr>
            <p:ph type="title"/>
          </p:nvPr>
        </p:nvSpPr>
        <p:spPr>
          <a:xfrm>
            <a:off x="686834" y="523631"/>
            <a:ext cx="3200400" cy="5845907"/>
          </a:xfrm>
        </p:spPr>
        <p:txBody>
          <a:bodyPr>
            <a:normAutofit/>
          </a:bodyPr>
          <a:lstStyle/>
          <a:p>
            <a:r>
              <a:rPr lang="en-US" b="0" i="0" dirty="0">
                <a:solidFill>
                  <a:srgbClr val="FFFFFF"/>
                </a:solidFill>
                <a:effectLst/>
                <a:latin typeface="Raleway" pitchFamily="2" charset="0"/>
              </a:rPr>
              <a:t>Java 25 - Compact Source Files e Instance Main Methods</a:t>
            </a:r>
            <a:endParaRPr lang="en-CA"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43CDA70-D002-3B86-A49C-0FA6B8CDB575}"/>
              </a:ext>
            </a:extLst>
          </p:cNvPr>
          <p:cNvSpPr>
            <a:spLocks noGrp="1"/>
          </p:cNvSpPr>
          <p:nvPr>
            <p:ph idx="1"/>
          </p:nvPr>
        </p:nvSpPr>
        <p:spPr>
          <a:xfrm>
            <a:off x="4447308" y="591344"/>
            <a:ext cx="6906491" cy="5585619"/>
          </a:xfrm>
        </p:spPr>
        <p:txBody>
          <a:bodyPr anchor="ctr">
            <a:normAutofit/>
          </a:bodyPr>
          <a:lstStyle/>
          <a:p>
            <a:r>
              <a:rPr lang="en-US" sz="3200" dirty="0"/>
              <a:t>La queja más común sobre Java es que no es adecuado, en comparación con otros lenguajes, para principiantes</a:t>
            </a:r>
          </a:p>
          <a:p>
            <a:r>
              <a:rPr lang="en-US" sz="3200" dirty="0"/>
              <a:t>La simplificación definitiva</a:t>
            </a:r>
          </a:p>
          <a:p>
            <a:pPr lvl="1"/>
            <a:r>
              <a:rPr lang="en-US" sz="3200" dirty="0"/>
              <a:t>no se necesita ninguna declaración de clase</a:t>
            </a:r>
          </a:p>
          <a:p>
            <a:pPr lvl="1"/>
            <a:r>
              <a:rPr lang="en-US" sz="3200" dirty="0"/>
              <a:t>no se necesitan declaraciones de control de acceso</a:t>
            </a:r>
          </a:p>
        </p:txBody>
      </p:sp>
    </p:spTree>
    <p:extLst>
      <p:ext uri="{BB962C8B-B14F-4D97-AF65-F5344CB8AC3E}">
        <p14:creationId xmlns:p14="http://schemas.microsoft.com/office/powerpoint/2010/main" val="3294938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951300-3A6B-12DB-1914-0F90114054CD}"/>
              </a:ext>
            </a:extLst>
          </p:cNvPr>
          <p:cNvSpPr>
            <a:spLocks noGrp="1"/>
          </p:cNvSpPr>
          <p:nvPr>
            <p:ph type="title"/>
          </p:nvPr>
        </p:nvSpPr>
        <p:spPr>
          <a:xfrm>
            <a:off x="686834" y="1153572"/>
            <a:ext cx="3200400" cy="4461163"/>
          </a:xfrm>
        </p:spPr>
        <p:txBody>
          <a:bodyPr>
            <a:noAutofit/>
          </a:bodyPr>
          <a:lstStyle/>
          <a:p>
            <a:r>
              <a:rPr lang="en-US" b="0" i="0" dirty="0">
                <a:solidFill>
                  <a:srgbClr val="FFFFFF"/>
                </a:solidFill>
                <a:effectLst/>
                <a:latin typeface="Raleway" pitchFamily="2" charset="0"/>
              </a:rPr>
              <a:t>Java 25 - Compact Source Files e Instance Main Methods</a:t>
            </a:r>
            <a:endParaRPr lang="en-CA" dirty="0">
              <a:solidFill>
                <a:srgbClr val="FFFFFF"/>
              </a:solidFill>
            </a:endParaRP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C28AB70-9268-5E63-EF9D-691BA1213AD3}"/>
              </a:ext>
            </a:extLst>
          </p:cNvPr>
          <p:cNvSpPr>
            <a:spLocks noGrp="1"/>
          </p:cNvSpPr>
          <p:nvPr>
            <p:ph idx="1"/>
          </p:nvPr>
        </p:nvSpPr>
        <p:spPr>
          <a:xfrm>
            <a:off x="5020886" y="132862"/>
            <a:ext cx="7168065" cy="6725138"/>
          </a:xfrm>
        </p:spPr>
        <p:txBody>
          <a:bodyPr anchor="ctr">
            <a:normAutofit/>
          </a:bodyPr>
          <a:lstStyle/>
          <a:p>
            <a:pPr eaLnBrk="0" fontAlgn="base" hangingPunct="0">
              <a:lnSpc>
                <a:spcPct val="150000"/>
              </a:lnSpc>
              <a:spcBef>
                <a:spcPct val="0"/>
              </a:spcBef>
              <a:spcAft>
                <a:spcPct val="0"/>
              </a:spcAft>
            </a:pPr>
            <a:r>
              <a:rPr kumimoji="0" lang="en-US" altLang="en-US" sz="3600" b="1" i="0" u="none" strike="noStrike" cap="none" normalizeH="0" baseline="0" dirty="0">
                <a:ln>
                  <a:noFill/>
                </a:ln>
                <a:effectLst/>
                <a:latin typeface="Consolas" panose="020B0609020204030204" pitchFamily="49" charset="0"/>
              </a:rPr>
              <a:t>main</a:t>
            </a:r>
            <a:r>
              <a:rPr kumimoji="0" lang="en-US" altLang="en-US" sz="3600" b="0" i="0" u="none" strike="noStrike" cap="none" normalizeH="0" baseline="0" dirty="0">
                <a:ln>
                  <a:noFill/>
                </a:ln>
                <a:effectLst/>
              </a:rPr>
              <a:t> puede expresarse como un método de instancia.</a:t>
            </a:r>
          </a:p>
          <a:p>
            <a:pPr eaLnBrk="0" fontAlgn="base" hangingPunct="0">
              <a:lnSpc>
                <a:spcPct val="150000"/>
              </a:lnSpc>
              <a:spcBef>
                <a:spcPct val="0"/>
              </a:spcBef>
              <a:spcAft>
                <a:spcPct val="0"/>
              </a:spcAft>
            </a:pPr>
            <a:r>
              <a:rPr lang="en-US" altLang="en-US" sz="3600" dirty="0"/>
              <a:t>Puede usarse en cualquier programa Java, no solo en clases implícitas.</a:t>
            </a:r>
          </a:p>
          <a:p>
            <a:pPr marL="0" indent="0" eaLnBrk="0" fontAlgn="base" hangingPunct="0">
              <a:lnSpc>
                <a:spcPct val="150000"/>
              </a:lnSpc>
              <a:spcBef>
                <a:spcPct val="0"/>
              </a:spcBef>
              <a:spcAft>
                <a:spcPct val="0"/>
              </a:spcAft>
              <a:buNone/>
            </a:pPr>
            <a:endParaRPr lang="en-US" altLang="en-US" sz="3600" dirty="0">
              <a:latin typeface="Consolas" panose="020B0609020204030204" pitchFamily="49" charset="0"/>
            </a:endParaRPr>
          </a:p>
        </p:txBody>
      </p:sp>
    </p:spTree>
    <p:extLst>
      <p:ext uri="{BB962C8B-B14F-4D97-AF65-F5344CB8AC3E}">
        <p14:creationId xmlns:p14="http://schemas.microsoft.com/office/powerpoint/2010/main" val="4150735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E951300-3A6B-12DB-1914-0F90114054CD}"/>
              </a:ext>
            </a:extLst>
          </p:cNvPr>
          <p:cNvSpPr>
            <a:spLocks noGrp="1"/>
          </p:cNvSpPr>
          <p:nvPr>
            <p:ph type="title"/>
          </p:nvPr>
        </p:nvSpPr>
        <p:spPr>
          <a:xfrm>
            <a:off x="686834" y="1153572"/>
            <a:ext cx="3200400" cy="4461163"/>
          </a:xfrm>
        </p:spPr>
        <p:txBody>
          <a:bodyPr>
            <a:noAutofit/>
          </a:bodyPr>
          <a:lstStyle/>
          <a:p>
            <a:r>
              <a:rPr lang="en-US" b="0" i="0" dirty="0">
                <a:solidFill>
                  <a:srgbClr val="FFFFFF"/>
                </a:solidFill>
                <a:effectLst/>
                <a:latin typeface="Raleway" pitchFamily="2" charset="0"/>
              </a:rPr>
              <a:t>Java 25 - Compact Source Files e Instance Main Methods</a:t>
            </a:r>
            <a:endParaRPr lang="en-CA" dirty="0">
              <a:solidFill>
                <a:srgbClr val="FFFFFF"/>
              </a:solidFill>
            </a:endParaRP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C28AB70-9268-5E63-EF9D-691BA1213AD3}"/>
              </a:ext>
            </a:extLst>
          </p:cNvPr>
          <p:cNvSpPr>
            <a:spLocks noGrp="1"/>
          </p:cNvSpPr>
          <p:nvPr>
            <p:ph idx="1"/>
          </p:nvPr>
        </p:nvSpPr>
        <p:spPr>
          <a:xfrm>
            <a:off x="4167272" y="0"/>
            <a:ext cx="8021680" cy="6858000"/>
          </a:xfrm>
        </p:spPr>
        <p:txBody>
          <a:bodyPr anchor="ctr">
            <a:normAutofit fontScale="92500"/>
          </a:bodyPr>
          <a:lstStyle/>
          <a:p>
            <a:pPr marL="0" indent="0" eaLnBrk="0" fontAlgn="base" hangingPunct="0">
              <a:lnSpc>
                <a:spcPct val="100000"/>
              </a:lnSpc>
              <a:spcBef>
                <a:spcPct val="0"/>
              </a:spcBef>
              <a:spcAft>
                <a:spcPct val="0"/>
              </a:spcAft>
              <a:buNone/>
            </a:pPr>
            <a:r>
              <a:rPr lang="en-US" altLang="en-US" sz="4000" b="1" dirty="0"/>
              <a:t>Aquí hay programas Java completos:</a:t>
            </a:r>
          </a:p>
          <a:p>
            <a:pPr marL="0" indent="0" eaLnBrk="0" fontAlgn="base" hangingPunct="0">
              <a:lnSpc>
                <a:spcPct val="150000"/>
              </a:lnSpc>
              <a:spcBef>
                <a:spcPct val="0"/>
              </a:spcBef>
              <a:spcAft>
                <a:spcPct val="0"/>
              </a:spcAft>
              <a:buNone/>
            </a:pPr>
            <a:r>
              <a:rPr lang="en-US" altLang="en-US" b="1" dirty="0">
                <a:latin typeface="Consolas" panose="020B0609020204030204" pitchFamily="49" charset="0"/>
              </a:rPr>
              <a:t>void main() {</a:t>
            </a:r>
          </a:p>
          <a:p>
            <a:pPr marL="0" indent="0" eaLnBrk="0" fontAlgn="base" hangingPunct="0">
              <a:lnSpc>
                <a:spcPct val="150000"/>
              </a:lnSpc>
              <a:spcBef>
                <a:spcPct val="0"/>
              </a:spcBef>
              <a:spcAft>
                <a:spcPct val="0"/>
              </a:spcAft>
              <a:buNone/>
            </a:pPr>
            <a:r>
              <a:rPr lang="en-US" altLang="en-US" b="1" dirty="0">
                <a:latin typeface="Consolas" panose="020B0609020204030204" pitchFamily="49" charset="0"/>
              </a:rPr>
              <a:t>   </a:t>
            </a:r>
            <a:r>
              <a:rPr lang="en-US" altLang="en-US" b="1" dirty="0" err="1">
                <a:latin typeface="Consolas" panose="020B0609020204030204" pitchFamily="49" charset="0"/>
              </a:rPr>
              <a:t>IO.println</a:t>
            </a:r>
            <a:r>
              <a:rPr lang="en-US" altLang="en-US" b="1" dirty="0">
                <a:latin typeface="Consolas" panose="020B0609020204030204" pitchFamily="49" charset="0"/>
              </a:rPr>
              <a:t>("Hello, World!");</a:t>
            </a:r>
          </a:p>
          <a:p>
            <a:pPr marL="0" indent="0" eaLnBrk="0" fontAlgn="base" hangingPunct="0">
              <a:lnSpc>
                <a:spcPct val="150000"/>
              </a:lnSpc>
              <a:spcBef>
                <a:spcPct val="0"/>
              </a:spcBef>
              <a:spcAft>
                <a:spcPct val="0"/>
              </a:spcAft>
              <a:buNone/>
            </a:pPr>
            <a:r>
              <a:rPr lang="en-US" altLang="en-US" b="1" dirty="0">
                <a:latin typeface="Consolas" panose="020B0609020204030204" pitchFamily="49" charset="0"/>
              </a:rPr>
              <a:t>}</a:t>
            </a:r>
          </a:p>
          <a:p>
            <a:pPr marL="0" indent="0" eaLnBrk="0" fontAlgn="base" hangingPunct="0">
              <a:lnSpc>
                <a:spcPct val="150000"/>
              </a:lnSpc>
              <a:spcBef>
                <a:spcPct val="0"/>
              </a:spcBef>
              <a:spcAft>
                <a:spcPct val="0"/>
              </a:spcAft>
              <a:buNone/>
            </a:pPr>
            <a:r>
              <a:rPr lang="en-US" altLang="en-US" sz="4000" b="1" dirty="0"/>
              <a:t>¿Qué tal un poco de entrada de datos?:</a:t>
            </a:r>
          </a:p>
          <a:p>
            <a:pPr marL="0" indent="0" eaLnBrk="0" fontAlgn="base" hangingPunct="0">
              <a:lnSpc>
                <a:spcPct val="150000"/>
              </a:lnSpc>
              <a:spcBef>
                <a:spcPct val="0"/>
              </a:spcBef>
              <a:spcAft>
                <a:spcPct val="0"/>
              </a:spcAft>
              <a:buNone/>
            </a:pPr>
            <a:r>
              <a:rPr lang="en-US" altLang="en-US" b="1" dirty="0">
                <a:latin typeface="Consolas" panose="020B0609020204030204" pitchFamily="49" charset="0"/>
              </a:rPr>
              <a:t>void main() {</a:t>
            </a:r>
          </a:p>
          <a:p>
            <a:pPr marL="0" indent="0" eaLnBrk="0" fontAlgn="base" hangingPunct="0">
              <a:lnSpc>
                <a:spcPct val="150000"/>
              </a:lnSpc>
              <a:spcBef>
                <a:spcPct val="0"/>
              </a:spcBef>
              <a:spcAft>
                <a:spcPct val="0"/>
              </a:spcAft>
              <a:buNone/>
            </a:pPr>
            <a:r>
              <a:rPr lang="en-US" altLang="en-US" b="1" dirty="0">
                <a:latin typeface="Consolas" panose="020B0609020204030204" pitchFamily="49" charset="0"/>
              </a:rPr>
              <a:t>   String name = </a:t>
            </a:r>
            <a:r>
              <a:rPr lang="en-US" altLang="en-US" b="1" dirty="0" err="1">
                <a:latin typeface="Consolas" panose="020B0609020204030204" pitchFamily="49" charset="0"/>
              </a:rPr>
              <a:t>IO.readln</a:t>
            </a:r>
            <a:r>
              <a:rPr lang="en-US" altLang="en-US" b="1" dirty="0">
                <a:latin typeface="Consolas" panose="020B0609020204030204" pitchFamily="49" charset="0"/>
              </a:rPr>
              <a:t>("Name: ");</a:t>
            </a:r>
          </a:p>
          <a:p>
            <a:pPr marL="0" indent="0" eaLnBrk="0" fontAlgn="base" hangingPunct="0">
              <a:lnSpc>
                <a:spcPct val="150000"/>
              </a:lnSpc>
              <a:spcBef>
                <a:spcPct val="0"/>
              </a:spcBef>
              <a:spcAft>
                <a:spcPct val="0"/>
              </a:spcAft>
              <a:buNone/>
            </a:pPr>
            <a:r>
              <a:rPr lang="en-US" altLang="en-US" b="1" dirty="0">
                <a:latin typeface="Consolas" panose="020B0609020204030204" pitchFamily="49" charset="0"/>
              </a:rPr>
              <a:t>   </a:t>
            </a:r>
            <a:r>
              <a:rPr lang="en-US" altLang="en-US" b="1" dirty="0" err="1">
                <a:latin typeface="Consolas" panose="020B0609020204030204" pitchFamily="49" charset="0"/>
              </a:rPr>
              <a:t>IO.println</a:t>
            </a:r>
            <a:r>
              <a:rPr lang="en-US" altLang="en-US" b="1" dirty="0">
                <a:latin typeface="Consolas" panose="020B0609020204030204" pitchFamily="49" charset="0"/>
              </a:rPr>
              <a:t>("Pleased to meet you, " + </a:t>
            </a:r>
          </a:p>
          <a:p>
            <a:pPr marL="0" indent="0" eaLnBrk="0" fontAlgn="base" hangingPunct="0">
              <a:lnSpc>
                <a:spcPct val="150000"/>
              </a:lnSpc>
              <a:spcBef>
                <a:spcPct val="0"/>
              </a:spcBef>
              <a:spcAft>
                <a:spcPct val="0"/>
              </a:spcAft>
              <a:buNone/>
            </a:pPr>
            <a:r>
              <a:rPr lang="en-US" altLang="en-US" b="1" dirty="0">
                <a:latin typeface="Consolas" panose="020B0609020204030204" pitchFamily="49" charset="0"/>
              </a:rPr>
              <a:t>		   name);</a:t>
            </a:r>
          </a:p>
          <a:p>
            <a:pPr marL="0" indent="0" eaLnBrk="0" fontAlgn="base" hangingPunct="0">
              <a:lnSpc>
                <a:spcPct val="150000"/>
              </a:lnSpc>
              <a:spcBef>
                <a:spcPct val="0"/>
              </a:spcBef>
              <a:spcAft>
                <a:spcPct val="0"/>
              </a:spcAft>
              <a:buNone/>
            </a:pPr>
            <a:r>
              <a:rPr lang="en-US" altLang="en-US" b="1" dirty="0">
                <a:latin typeface="Consolas" panose="020B0609020204030204" pitchFamily="49" charset="0"/>
              </a:rPr>
              <a:t>}</a:t>
            </a:r>
          </a:p>
          <a:p>
            <a:pPr marL="0" indent="0" eaLnBrk="0" fontAlgn="base" hangingPunct="0">
              <a:lnSpc>
                <a:spcPct val="150000"/>
              </a:lnSpc>
              <a:spcBef>
                <a:spcPct val="0"/>
              </a:spcBef>
              <a:spcAft>
                <a:spcPct val="0"/>
              </a:spcAft>
              <a:buNone/>
            </a:pPr>
            <a:endParaRPr lang="en-US" altLang="en-US" sz="800" dirty="0">
              <a:latin typeface="Consolas" panose="020B0609020204030204" pitchFamily="49" charset="0"/>
            </a:endParaRPr>
          </a:p>
        </p:txBody>
      </p:sp>
    </p:spTree>
    <p:extLst>
      <p:ext uri="{BB962C8B-B14F-4D97-AF65-F5344CB8AC3E}">
        <p14:creationId xmlns:p14="http://schemas.microsoft.com/office/powerpoint/2010/main" val="1327813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E951300-3A6B-12DB-1914-0F90114054CD}"/>
              </a:ext>
            </a:extLst>
          </p:cNvPr>
          <p:cNvSpPr>
            <a:spLocks noGrp="1"/>
          </p:cNvSpPr>
          <p:nvPr>
            <p:ph type="title"/>
          </p:nvPr>
        </p:nvSpPr>
        <p:spPr>
          <a:xfrm>
            <a:off x="686834" y="1153572"/>
            <a:ext cx="3200400" cy="4461163"/>
          </a:xfrm>
        </p:spPr>
        <p:txBody>
          <a:bodyPr>
            <a:noAutofit/>
          </a:bodyPr>
          <a:lstStyle/>
          <a:p>
            <a:r>
              <a:rPr lang="en-US" b="0" i="0" dirty="0">
                <a:solidFill>
                  <a:srgbClr val="FFFFFF"/>
                </a:solidFill>
                <a:effectLst/>
                <a:latin typeface="Raleway" pitchFamily="2" charset="0"/>
              </a:rPr>
              <a:t>Java 25 - Compact Source Files e Instance Main Methods</a:t>
            </a:r>
            <a:endParaRPr lang="en-CA" dirty="0">
              <a:solidFill>
                <a:srgbClr val="FFFFFF"/>
              </a:solidFill>
            </a:endParaRP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C28AB70-9268-5E63-EF9D-691BA1213AD3}"/>
              </a:ext>
            </a:extLst>
          </p:cNvPr>
          <p:cNvSpPr>
            <a:spLocks noGrp="1"/>
          </p:cNvSpPr>
          <p:nvPr>
            <p:ph idx="1"/>
          </p:nvPr>
        </p:nvSpPr>
        <p:spPr>
          <a:xfrm>
            <a:off x="4167272" y="0"/>
            <a:ext cx="8021680" cy="6858000"/>
          </a:xfrm>
        </p:spPr>
        <p:txBody>
          <a:bodyPr anchor="ctr">
            <a:normAutofit/>
          </a:bodyPr>
          <a:lstStyle/>
          <a:p>
            <a:pPr marL="0" indent="0" eaLnBrk="0" fontAlgn="base" hangingPunct="0">
              <a:lnSpc>
                <a:spcPct val="150000"/>
              </a:lnSpc>
              <a:spcBef>
                <a:spcPct val="0"/>
              </a:spcBef>
              <a:spcAft>
                <a:spcPct val="0"/>
              </a:spcAft>
              <a:buNone/>
            </a:pPr>
            <a:r>
              <a:rPr lang="en-US" altLang="en-US" sz="3600" dirty="0"/>
              <a:t>¡Despídase de la mayoría de las declaraciones “import” al comenzar!</a:t>
            </a:r>
          </a:p>
          <a:p>
            <a:pPr marL="0" indent="0" eaLnBrk="0" fontAlgn="base" hangingPunct="0">
              <a:lnSpc>
                <a:spcPct val="150000"/>
              </a:lnSpc>
              <a:spcBef>
                <a:spcPct val="0"/>
              </a:spcBef>
              <a:spcAft>
                <a:spcPct val="0"/>
              </a:spcAft>
              <a:buNone/>
            </a:pPr>
            <a:r>
              <a:rPr lang="en-US" altLang="en-US" sz="3600" dirty="0"/>
              <a:t>Ahora existe un </a:t>
            </a:r>
          </a:p>
          <a:p>
            <a:pPr marL="0" indent="0" eaLnBrk="0" fontAlgn="base" hangingPunct="0">
              <a:lnSpc>
                <a:spcPct val="150000"/>
              </a:lnSpc>
              <a:spcBef>
                <a:spcPct val="0"/>
              </a:spcBef>
              <a:spcAft>
                <a:spcPct val="0"/>
              </a:spcAft>
              <a:buNone/>
            </a:pPr>
            <a:r>
              <a:rPr lang="en-US" altLang="en-US" sz="3600" dirty="0">
                <a:latin typeface="Consolas" panose="020B0609020204030204" pitchFamily="49" charset="0"/>
              </a:rPr>
              <a:t>	import module </a:t>
            </a:r>
            <a:r>
              <a:rPr lang="en-US" altLang="en-US" sz="3600" dirty="0" err="1">
                <a:latin typeface="Consolas" panose="020B0609020204030204" pitchFamily="49" charset="0"/>
              </a:rPr>
              <a:t>java.base</a:t>
            </a:r>
            <a:r>
              <a:rPr lang="en-US" altLang="en-US" sz="3600" dirty="0">
                <a:latin typeface="Consolas" panose="020B0609020204030204" pitchFamily="49" charset="0"/>
              </a:rPr>
              <a:t>;</a:t>
            </a:r>
          </a:p>
          <a:p>
            <a:pPr marL="0" indent="0" eaLnBrk="0" fontAlgn="base" hangingPunct="0">
              <a:lnSpc>
                <a:spcPct val="150000"/>
              </a:lnSpc>
              <a:spcBef>
                <a:spcPct val="0"/>
              </a:spcBef>
              <a:spcAft>
                <a:spcPct val="0"/>
              </a:spcAft>
              <a:buNone/>
            </a:pPr>
            <a:endParaRPr lang="en-US" altLang="en-US" sz="3600" dirty="0"/>
          </a:p>
        </p:txBody>
      </p:sp>
    </p:spTree>
    <p:extLst>
      <p:ext uri="{BB962C8B-B14F-4D97-AF65-F5344CB8AC3E}">
        <p14:creationId xmlns:p14="http://schemas.microsoft.com/office/powerpoint/2010/main" val="16597022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E951300-3A6B-12DB-1914-0F90114054CD}"/>
              </a:ext>
            </a:extLst>
          </p:cNvPr>
          <p:cNvSpPr>
            <a:spLocks noGrp="1"/>
          </p:cNvSpPr>
          <p:nvPr>
            <p:ph type="title"/>
          </p:nvPr>
        </p:nvSpPr>
        <p:spPr>
          <a:xfrm>
            <a:off x="686834" y="1153572"/>
            <a:ext cx="3200400" cy="4461163"/>
          </a:xfrm>
        </p:spPr>
        <p:txBody>
          <a:bodyPr>
            <a:noAutofit/>
          </a:bodyPr>
          <a:lstStyle/>
          <a:p>
            <a:r>
              <a:rPr lang="en-US" b="0" i="0" dirty="0">
                <a:solidFill>
                  <a:srgbClr val="FFFFFF"/>
                </a:solidFill>
                <a:effectLst/>
                <a:latin typeface="Raleway" pitchFamily="2" charset="0"/>
              </a:rPr>
              <a:t>Java 25 - Compact Source Files e Instance Main Methods</a:t>
            </a:r>
            <a:endParaRPr lang="en-CA" dirty="0">
              <a:solidFill>
                <a:srgbClr val="FFFFFF"/>
              </a:solidFill>
            </a:endParaRP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C28AB70-9268-5E63-EF9D-691BA1213AD3}"/>
              </a:ext>
            </a:extLst>
          </p:cNvPr>
          <p:cNvSpPr>
            <a:spLocks noGrp="1"/>
          </p:cNvSpPr>
          <p:nvPr>
            <p:ph idx="1"/>
          </p:nvPr>
        </p:nvSpPr>
        <p:spPr>
          <a:xfrm>
            <a:off x="4167272" y="0"/>
            <a:ext cx="8021680" cy="6858000"/>
          </a:xfrm>
        </p:spPr>
        <p:txBody>
          <a:bodyPr anchor="ctr">
            <a:normAutofit/>
          </a:bodyPr>
          <a:lstStyle/>
          <a:p>
            <a:pPr marL="0" indent="0" eaLnBrk="0" fontAlgn="base" hangingPunct="0">
              <a:lnSpc>
                <a:spcPct val="150000"/>
              </a:lnSpc>
              <a:spcBef>
                <a:spcPct val="0"/>
              </a:spcBef>
              <a:spcAft>
                <a:spcPct val="0"/>
              </a:spcAft>
              <a:buNone/>
            </a:pPr>
            <a:r>
              <a:rPr lang="en-US" altLang="en-US" sz="3600" b="1" dirty="0" err="1">
                <a:latin typeface="Consolas" panose="020B0609020204030204" pitchFamily="49" charset="0"/>
              </a:rPr>
              <a:t>java.base</a:t>
            </a:r>
            <a:r>
              <a:rPr lang="en-US" altLang="en-US" sz="3600" b="1" dirty="0"/>
              <a:t> incluye:</a:t>
            </a:r>
          </a:p>
          <a:p>
            <a:pPr marL="0" indent="0" eaLnBrk="0" fontAlgn="base" hangingPunct="0">
              <a:lnSpc>
                <a:spcPct val="120000"/>
              </a:lnSpc>
              <a:spcBef>
                <a:spcPct val="0"/>
              </a:spcBef>
              <a:spcAft>
                <a:spcPct val="0"/>
              </a:spcAft>
              <a:buNone/>
            </a:pPr>
            <a:r>
              <a:rPr lang="en-US" altLang="en-US" sz="3600" dirty="0">
                <a:latin typeface="Consolas" panose="020B0609020204030204" pitchFamily="49" charset="0"/>
              </a:rPr>
              <a:t>java.io			</a:t>
            </a:r>
            <a:r>
              <a:rPr lang="en-US" altLang="en-US" sz="3600" dirty="0" err="1">
                <a:latin typeface="Consolas" panose="020B0609020204030204" pitchFamily="49" charset="0"/>
              </a:rPr>
              <a:t>java.lang</a:t>
            </a:r>
            <a:endParaRPr lang="en-US" altLang="en-US" sz="3600" dirty="0">
              <a:latin typeface="Consolas" panose="020B0609020204030204" pitchFamily="49" charset="0"/>
            </a:endParaRPr>
          </a:p>
          <a:p>
            <a:pPr marL="0" indent="0" eaLnBrk="0" fontAlgn="base" hangingPunct="0">
              <a:lnSpc>
                <a:spcPct val="120000"/>
              </a:lnSpc>
              <a:spcBef>
                <a:spcPct val="0"/>
              </a:spcBef>
              <a:spcAft>
                <a:spcPct val="0"/>
              </a:spcAft>
              <a:buNone/>
            </a:pPr>
            <a:r>
              <a:rPr lang="en-US" altLang="en-US" sz="3600" dirty="0" err="1">
                <a:latin typeface="Consolas" panose="020B0609020204030204" pitchFamily="49" charset="0"/>
              </a:rPr>
              <a:t>java.math</a:t>
            </a:r>
            <a:r>
              <a:rPr lang="en-US" altLang="en-US" sz="3600" dirty="0">
                <a:latin typeface="Consolas" panose="020B0609020204030204" pitchFamily="49" charset="0"/>
              </a:rPr>
              <a:t>		java.net</a:t>
            </a:r>
          </a:p>
          <a:p>
            <a:pPr marL="0" indent="0" eaLnBrk="0" fontAlgn="base" hangingPunct="0">
              <a:lnSpc>
                <a:spcPct val="120000"/>
              </a:lnSpc>
              <a:spcBef>
                <a:spcPct val="0"/>
              </a:spcBef>
              <a:spcAft>
                <a:spcPct val="0"/>
              </a:spcAft>
              <a:buNone/>
            </a:pPr>
            <a:r>
              <a:rPr lang="en-US" altLang="en-US" sz="3600" dirty="0" err="1">
                <a:latin typeface="Consolas" panose="020B0609020204030204" pitchFamily="49" charset="0"/>
              </a:rPr>
              <a:t>java.nio</a:t>
            </a:r>
            <a:r>
              <a:rPr lang="en-US" altLang="en-US" sz="3600" dirty="0">
                <a:latin typeface="Consolas" panose="020B0609020204030204" pitchFamily="49" charset="0"/>
              </a:rPr>
              <a:t>		</a:t>
            </a:r>
            <a:r>
              <a:rPr lang="en-US" altLang="en-US" sz="3600" dirty="0" err="1">
                <a:latin typeface="Consolas" panose="020B0609020204030204" pitchFamily="49" charset="0"/>
              </a:rPr>
              <a:t>java.security</a:t>
            </a:r>
            <a:endParaRPr lang="en-US" altLang="en-US" sz="3600" dirty="0">
              <a:latin typeface="Consolas" panose="020B0609020204030204" pitchFamily="49" charset="0"/>
            </a:endParaRPr>
          </a:p>
          <a:p>
            <a:pPr marL="0" indent="0" eaLnBrk="0" fontAlgn="base" hangingPunct="0">
              <a:lnSpc>
                <a:spcPct val="120000"/>
              </a:lnSpc>
              <a:spcBef>
                <a:spcPct val="0"/>
              </a:spcBef>
              <a:spcAft>
                <a:spcPct val="0"/>
              </a:spcAft>
              <a:buNone/>
            </a:pPr>
            <a:r>
              <a:rPr lang="en-US" altLang="en-US" sz="3600" dirty="0" err="1">
                <a:latin typeface="Consolas" panose="020B0609020204030204" pitchFamily="49" charset="0"/>
              </a:rPr>
              <a:t>java.text</a:t>
            </a:r>
            <a:r>
              <a:rPr lang="en-US" altLang="en-US" sz="3600" dirty="0">
                <a:latin typeface="Consolas" panose="020B0609020204030204" pitchFamily="49" charset="0"/>
              </a:rPr>
              <a:t>		</a:t>
            </a:r>
            <a:r>
              <a:rPr lang="en-US" altLang="en-US" sz="3600" dirty="0" err="1">
                <a:latin typeface="Consolas" panose="020B0609020204030204" pitchFamily="49" charset="0"/>
              </a:rPr>
              <a:t>java.time</a:t>
            </a:r>
            <a:endParaRPr lang="en-US" altLang="en-US" sz="3600" dirty="0">
              <a:latin typeface="Consolas" panose="020B0609020204030204" pitchFamily="49" charset="0"/>
            </a:endParaRPr>
          </a:p>
          <a:p>
            <a:pPr marL="0" indent="0" eaLnBrk="0" fontAlgn="base" hangingPunct="0">
              <a:lnSpc>
                <a:spcPct val="120000"/>
              </a:lnSpc>
              <a:spcBef>
                <a:spcPct val="0"/>
              </a:spcBef>
              <a:spcAft>
                <a:spcPct val="0"/>
              </a:spcAft>
              <a:buNone/>
            </a:pPr>
            <a:r>
              <a:rPr lang="en-US" altLang="en-US" sz="3600" dirty="0" err="1">
                <a:latin typeface="Consolas" panose="020B0609020204030204" pitchFamily="49" charset="0"/>
              </a:rPr>
              <a:t>java.util</a:t>
            </a:r>
            <a:r>
              <a:rPr lang="en-US" altLang="en-US" sz="3600" dirty="0">
                <a:latin typeface="Consolas" panose="020B0609020204030204" pitchFamily="49" charset="0"/>
              </a:rPr>
              <a:t>		</a:t>
            </a:r>
            <a:r>
              <a:rPr lang="en-US" altLang="en-US" sz="3600" dirty="0" err="1">
                <a:latin typeface="Consolas" panose="020B0609020204030204" pitchFamily="49" charset="0"/>
              </a:rPr>
              <a:t>javax.crypto</a:t>
            </a:r>
            <a:endParaRPr lang="en-US" altLang="en-US" sz="3600" dirty="0">
              <a:latin typeface="Consolas" panose="020B0609020204030204" pitchFamily="49" charset="0"/>
            </a:endParaRPr>
          </a:p>
          <a:p>
            <a:pPr marL="0" indent="0" eaLnBrk="0" fontAlgn="base" hangingPunct="0">
              <a:lnSpc>
                <a:spcPct val="120000"/>
              </a:lnSpc>
              <a:spcBef>
                <a:spcPct val="0"/>
              </a:spcBef>
              <a:spcAft>
                <a:spcPct val="0"/>
              </a:spcAft>
              <a:buNone/>
            </a:pPr>
            <a:r>
              <a:rPr lang="en-US" altLang="en-US" sz="3600" b="1" dirty="0"/>
              <a:t>Por ejemplo, puede usar Collections, Files y BigDecimal sin una declaración import.</a:t>
            </a:r>
          </a:p>
        </p:txBody>
      </p:sp>
    </p:spTree>
    <p:extLst>
      <p:ext uri="{BB962C8B-B14F-4D97-AF65-F5344CB8AC3E}">
        <p14:creationId xmlns:p14="http://schemas.microsoft.com/office/powerpoint/2010/main" val="2547871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E951300-3A6B-12DB-1914-0F90114054CD}"/>
              </a:ext>
            </a:extLst>
          </p:cNvPr>
          <p:cNvSpPr>
            <a:spLocks noGrp="1"/>
          </p:cNvSpPr>
          <p:nvPr>
            <p:ph type="title"/>
          </p:nvPr>
        </p:nvSpPr>
        <p:spPr>
          <a:xfrm>
            <a:off x="686834" y="1153572"/>
            <a:ext cx="3200400" cy="4461163"/>
          </a:xfrm>
        </p:spPr>
        <p:txBody>
          <a:bodyPr>
            <a:noAutofit/>
          </a:bodyPr>
          <a:lstStyle/>
          <a:p>
            <a:r>
              <a:rPr lang="en-US" b="0" i="0" dirty="0">
                <a:solidFill>
                  <a:srgbClr val="FFFFFF"/>
                </a:solidFill>
                <a:effectLst/>
                <a:latin typeface="Raleway" pitchFamily="2" charset="0"/>
              </a:rPr>
              <a:t>Java 25 - Compact Source Files e Instance Main Methods</a:t>
            </a:r>
            <a:endParaRPr lang="en-CA" dirty="0">
              <a:solidFill>
                <a:srgbClr val="FFFFFF"/>
              </a:solidFill>
            </a:endParaRP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C28AB70-9268-5E63-EF9D-691BA1213AD3}"/>
              </a:ext>
            </a:extLst>
          </p:cNvPr>
          <p:cNvSpPr>
            <a:spLocks noGrp="1"/>
          </p:cNvSpPr>
          <p:nvPr>
            <p:ph idx="1"/>
          </p:nvPr>
        </p:nvSpPr>
        <p:spPr>
          <a:xfrm>
            <a:off x="4167272" y="0"/>
            <a:ext cx="8021680" cy="6858000"/>
          </a:xfrm>
        </p:spPr>
        <p:txBody>
          <a:bodyPr anchor="ctr">
            <a:normAutofit/>
          </a:bodyPr>
          <a:lstStyle/>
          <a:p>
            <a:pPr marL="0" indent="0" eaLnBrk="0" fontAlgn="base" hangingPunct="0">
              <a:lnSpc>
                <a:spcPct val="150000"/>
              </a:lnSpc>
              <a:spcBef>
                <a:spcPct val="0"/>
              </a:spcBef>
              <a:spcAft>
                <a:spcPct val="0"/>
              </a:spcAft>
              <a:buNone/>
            </a:pPr>
            <a:r>
              <a:rPr lang="en-US" altLang="en-US" sz="3600" dirty="0"/>
              <a:t>¡Aquí hay un programa completo! *</a:t>
            </a:r>
          </a:p>
          <a:p>
            <a:pPr marL="0" indent="0" eaLnBrk="0" fontAlgn="base" hangingPunct="0">
              <a:lnSpc>
                <a:spcPct val="150000"/>
              </a:lnSpc>
              <a:spcBef>
                <a:spcPct val="0"/>
              </a:spcBef>
              <a:spcAft>
                <a:spcPct val="0"/>
              </a:spcAft>
              <a:buNone/>
            </a:pPr>
            <a:r>
              <a:rPr lang="en-US" altLang="en-US" sz="2400" b="1" dirty="0">
                <a:latin typeface="Consolas" panose="020B0609020204030204" pitchFamily="49" charset="0"/>
              </a:rPr>
              <a:t>void main() {</a:t>
            </a:r>
          </a:p>
          <a:p>
            <a:pPr marL="0" indent="0" eaLnBrk="0" fontAlgn="base" hangingPunct="0">
              <a:lnSpc>
                <a:spcPct val="150000"/>
              </a:lnSpc>
              <a:spcBef>
                <a:spcPct val="0"/>
              </a:spcBef>
              <a:spcAft>
                <a:spcPct val="0"/>
              </a:spcAft>
              <a:buNone/>
            </a:pPr>
            <a:r>
              <a:rPr lang="en-US" altLang="en-US" sz="2400" b="1" dirty="0">
                <a:latin typeface="Consolas" panose="020B0609020204030204" pitchFamily="49" charset="0"/>
              </a:rPr>
              <a:t>    var authors = </a:t>
            </a:r>
            <a:r>
              <a:rPr lang="en-US" altLang="en-US" sz="2400" b="1" dirty="0" err="1">
                <a:latin typeface="Consolas" panose="020B0609020204030204" pitchFamily="49" charset="0"/>
              </a:rPr>
              <a:t>List.of</a:t>
            </a:r>
            <a:r>
              <a:rPr lang="en-US" altLang="en-US" sz="2400" b="1" dirty="0">
                <a:latin typeface="Consolas" panose="020B0609020204030204" pitchFamily="49" charset="0"/>
              </a:rPr>
              <a:t>("James", "Bill", </a:t>
            </a:r>
          </a:p>
          <a:p>
            <a:pPr marL="0" indent="0" eaLnBrk="0" fontAlgn="base" hangingPunct="0">
              <a:lnSpc>
                <a:spcPct val="150000"/>
              </a:lnSpc>
              <a:spcBef>
                <a:spcPct val="0"/>
              </a:spcBef>
              <a:spcAft>
                <a:spcPct val="0"/>
              </a:spcAft>
              <a:buNone/>
            </a:pPr>
            <a:r>
              <a:rPr lang="en-US" altLang="en-US" sz="2400" b="1" dirty="0">
                <a:latin typeface="Consolas" panose="020B0609020204030204" pitchFamily="49" charset="0"/>
              </a:rPr>
              <a:t>              "Guy", "Alex", "Dan", "Gavin");</a:t>
            </a:r>
          </a:p>
          <a:p>
            <a:pPr marL="0" indent="0" eaLnBrk="0" fontAlgn="base" hangingPunct="0">
              <a:lnSpc>
                <a:spcPct val="150000"/>
              </a:lnSpc>
              <a:spcBef>
                <a:spcPct val="0"/>
              </a:spcBef>
              <a:spcAft>
                <a:spcPct val="0"/>
              </a:spcAft>
              <a:buNone/>
            </a:pPr>
            <a:r>
              <a:rPr lang="en-US" altLang="en-US" sz="2400" b="1" dirty="0">
                <a:latin typeface="Consolas" panose="020B0609020204030204" pitchFamily="49" charset="0"/>
              </a:rPr>
              <a:t>    for (var name : authors) {</a:t>
            </a:r>
          </a:p>
          <a:p>
            <a:pPr marL="0" indent="0" eaLnBrk="0" fontAlgn="base" hangingPunct="0">
              <a:lnSpc>
                <a:spcPct val="150000"/>
              </a:lnSpc>
              <a:spcBef>
                <a:spcPct val="0"/>
              </a:spcBef>
              <a:spcAft>
                <a:spcPct val="0"/>
              </a:spcAft>
              <a:buNone/>
            </a:pPr>
            <a:r>
              <a:rPr lang="en-US" altLang="en-US" sz="2400" b="1" dirty="0">
                <a:latin typeface="Consolas" panose="020B0609020204030204" pitchFamily="49" charset="0"/>
              </a:rPr>
              <a:t>        </a:t>
            </a:r>
            <a:r>
              <a:rPr lang="en-US" altLang="en-US" sz="2400" b="1" dirty="0" err="1">
                <a:latin typeface="Consolas" panose="020B0609020204030204" pitchFamily="49" charset="0"/>
              </a:rPr>
              <a:t>IO.println</a:t>
            </a:r>
            <a:r>
              <a:rPr lang="en-US" altLang="en-US" sz="2400" b="1" dirty="0">
                <a:latin typeface="Consolas" panose="020B0609020204030204" pitchFamily="49" charset="0"/>
              </a:rPr>
              <a:t>(name + ": " +</a:t>
            </a:r>
          </a:p>
          <a:p>
            <a:pPr marL="0" indent="0" eaLnBrk="0" fontAlgn="base" hangingPunct="0">
              <a:lnSpc>
                <a:spcPct val="150000"/>
              </a:lnSpc>
              <a:spcBef>
                <a:spcPct val="0"/>
              </a:spcBef>
              <a:spcAft>
                <a:spcPct val="0"/>
              </a:spcAft>
              <a:buNone/>
            </a:pPr>
            <a:r>
              <a:rPr lang="en-US" altLang="en-US" sz="2400" b="1" dirty="0">
                <a:latin typeface="Consolas" panose="020B0609020204030204" pitchFamily="49" charset="0"/>
              </a:rPr>
              <a:t>                   </a:t>
            </a:r>
            <a:r>
              <a:rPr lang="en-US" altLang="en-US" sz="2400" b="1" dirty="0" err="1">
                <a:latin typeface="Consolas" panose="020B0609020204030204" pitchFamily="49" charset="0"/>
              </a:rPr>
              <a:t>name.length</a:t>
            </a:r>
            <a:r>
              <a:rPr lang="en-US" altLang="en-US" sz="2400" b="1" dirty="0">
                <a:latin typeface="Consolas" panose="020B0609020204030204" pitchFamily="49" charset="0"/>
              </a:rPr>
              <a:t>());</a:t>
            </a:r>
          </a:p>
          <a:p>
            <a:pPr marL="0" indent="0" eaLnBrk="0" fontAlgn="base" hangingPunct="0">
              <a:lnSpc>
                <a:spcPct val="150000"/>
              </a:lnSpc>
              <a:spcBef>
                <a:spcPct val="0"/>
              </a:spcBef>
              <a:spcAft>
                <a:spcPct val="0"/>
              </a:spcAft>
              <a:buNone/>
            </a:pPr>
            <a:r>
              <a:rPr lang="en-US" altLang="en-US" sz="2400" b="1" dirty="0">
                <a:latin typeface="Consolas" panose="020B0609020204030204" pitchFamily="49" charset="0"/>
              </a:rPr>
              <a:t>    }</a:t>
            </a:r>
          </a:p>
          <a:p>
            <a:pPr marL="0" indent="0" eaLnBrk="0" fontAlgn="base" hangingPunct="0">
              <a:lnSpc>
                <a:spcPct val="150000"/>
              </a:lnSpc>
              <a:spcBef>
                <a:spcPct val="0"/>
              </a:spcBef>
              <a:spcAft>
                <a:spcPct val="0"/>
              </a:spcAft>
              <a:buNone/>
            </a:pPr>
            <a:r>
              <a:rPr lang="en-US" altLang="en-US" sz="2400" b="1" dirty="0">
                <a:latin typeface="Consolas" panose="020B0609020204030204" pitchFamily="49" charset="0"/>
              </a:rPr>
              <a:t>}</a:t>
            </a:r>
          </a:p>
          <a:p>
            <a:pPr marL="0" indent="0" eaLnBrk="0" fontAlgn="base" hangingPunct="0">
              <a:lnSpc>
                <a:spcPct val="150000"/>
              </a:lnSpc>
              <a:spcBef>
                <a:spcPct val="0"/>
              </a:spcBef>
              <a:spcAft>
                <a:spcPct val="0"/>
              </a:spcAft>
              <a:buNone/>
            </a:pPr>
            <a:r>
              <a:rPr lang="en-US" altLang="en-US" dirty="0">
                <a:latin typeface="Consolas" panose="020B0609020204030204" pitchFamily="49" charset="0"/>
              </a:rPr>
              <a:t>* De https://openjdk.org/jeps/512</a:t>
            </a:r>
          </a:p>
        </p:txBody>
      </p:sp>
    </p:spTree>
    <p:extLst>
      <p:ext uri="{BB962C8B-B14F-4D97-AF65-F5344CB8AC3E}">
        <p14:creationId xmlns:p14="http://schemas.microsoft.com/office/powerpoint/2010/main" val="28287086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73DC9-56C8-4371-88FE-A91258538318}"/>
              </a:ext>
            </a:extLst>
          </p:cNvPr>
          <p:cNvSpPr>
            <a:spLocks noGrp="1"/>
          </p:cNvSpPr>
          <p:nvPr>
            <p:ph type="title"/>
          </p:nvPr>
        </p:nvSpPr>
        <p:spPr>
          <a:xfrm>
            <a:off x="838199" y="365125"/>
            <a:ext cx="10991045" cy="1325563"/>
          </a:xfrm>
        </p:spPr>
        <p:txBody>
          <a:bodyPr>
            <a:normAutofit/>
          </a:bodyPr>
          <a:lstStyle/>
          <a:p>
            <a:r>
              <a:rPr lang="en-CA" b="1" dirty="0"/>
              <a:t>var</a:t>
            </a:r>
            <a:r>
              <a:rPr lang="en-CA" dirty="0"/>
              <a:t> – reducción de la redundancia JDK 10</a:t>
            </a:r>
          </a:p>
        </p:txBody>
      </p:sp>
      <p:graphicFrame>
        <p:nvGraphicFramePr>
          <p:cNvPr id="13" name="Content Placeholder 2">
            <a:extLst>
              <a:ext uri="{FF2B5EF4-FFF2-40B4-BE49-F238E27FC236}">
                <a16:creationId xmlns:a16="http://schemas.microsoft.com/office/drawing/2014/main" id="{E38F985C-77A1-4E21-B822-01030EBC70AF}"/>
              </a:ext>
            </a:extLst>
          </p:cNvPr>
          <p:cNvGraphicFramePr>
            <a:graphicFrameLocks noGrp="1"/>
          </p:cNvGraphicFramePr>
          <p:nvPr>
            <p:ph idx="1"/>
            <p:extLst>
              <p:ext uri="{D42A27DB-BD31-4B8C-83A1-F6EECF244321}">
                <p14:modId xmlns:p14="http://schemas.microsoft.com/office/powerpoint/2010/main" val="371810679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342419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4335327"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EBB32EA-AC2D-4540-A160-4E5F65AF071C}"/>
              </a:ext>
            </a:extLst>
          </p:cNvPr>
          <p:cNvGraphicFramePr>
            <a:graphicFrameLocks noGrp="1"/>
          </p:cNvGraphicFramePr>
          <p:nvPr>
            <p:ph idx="1"/>
            <p:extLst>
              <p:ext uri="{D42A27DB-BD31-4B8C-83A1-F6EECF244321}">
                <p14:modId xmlns:p14="http://schemas.microsoft.com/office/powerpoint/2010/main" val="3021871767"/>
              </p:ext>
            </p:extLst>
          </p:nvPr>
        </p:nvGraphicFramePr>
        <p:xfrm>
          <a:off x="6096000" y="303591"/>
          <a:ext cx="5659676" cy="58967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ectangle 5">
            <a:extLst>
              <a:ext uri="{FF2B5EF4-FFF2-40B4-BE49-F238E27FC236}">
                <a16:creationId xmlns:a16="http://schemas.microsoft.com/office/drawing/2014/main" id="{9F5C21AF-FE0A-594C-851F-32CB373E2F90}"/>
              </a:ext>
            </a:extLst>
          </p:cNvPr>
          <p:cNvSpPr/>
          <p:nvPr/>
        </p:nvSpPr>
        <p:spPr>
          <a:xfrm>
            <a:off x="0" y="-16042"/>
            <a:ext cx="5109251" cy="6874042"/>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E877C3C6-9271-EC4B-AB48-E0D70A302516}"/>
              </a:ext>
            </a:extLst>
          </p:cNvPr>
          <p:cNvSpPr>
            <a:spLocks noGrp="1"/>
          </p:cNvSpPr>
          <p:nvPr>
            <p:ph type="title"/>
          </p:nvPr>
        </p:nvSpPr>
        <p:spPr>
          <a:xfrm>
            <a:off x="594359" y="637125"/>
            <a:ext cx="3964761" cy="5256371"/>
          </a:xfrm>
        </p:spPr>
        <p:txBody>
          <a:bodyPr>
            <a:normAutofit/>
          </a:bodyPr>
          <a:lstStyle/>
          <a:p>
            <a:r>
              <a:rPr lang="en-CA" sz="4800" b="1" dirty="0">
                <a:solidFill>
                  <a:schemeClr val="bg1"/>
                </a:solidFill>
              </a:rPr>
              <a:t>text blocks (15)</a:t>
            </a:r>
          </a:p>
        </p:txBody>
      </p:sp>
    </p:spTree>
    <p:extLst>
      <p:ext uri="{BB962C8B-B14F-4D97-AF65-F5344CB8AC3E}">
        <p14:creationId xmlns:p14="http://schemas.microsoft.com/office/powerpoint/2010/main" val="2580646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E8E35B83-1EC3-4F87-9D54-D86346335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7636" y="1957388"/>
            <a:ext cx="10396728"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E9C7A5E3-94C0-5044-A795-B854F5D043CC}"/>
              </a:ext>
            </a:extLst>
          </p:cNvPr>
          <p:cNvSpPr/>
          <p:nvPr/>
        </p:nvSpPr>
        <p:spPr>
          <a:xfrm>
            <a:off x="16043" y="-16042"/>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8">
            <a:extLst>
              <a:ext uri="{FF2B5EF4-FFF2-40B4-BE49-F238E27FC236}">
                <a16:creationId xmlns:a16="http://schemas.microsoft.com/office/drawing/2014/main" id="{937DEF73-9F44-0F41-AC38-174BBA201E66}"/>
              </a:ext>
            </a:extLst>
          </p:cNvPr>
          <p:cNvSpPr>
            <a:spLocks noGrp="1"/>
          </p:cNvSpPr>
          <p:nvPr>
            <p:ph type="title"/>
          </p:nvPr>
        </p:nvSpPr>
        <p:spPr>
          <a:xfrm>
            <a:off x="838200" y="631825"/>
            <a:ext cx="10515600" cy="1325563"/>
          </a:xfrm>
        </p:spPr>
        <p:txBody>
          <a:bodyPr>
            <a:normAutofit/>
          </a:bodyPr>
          <a:lstStyle/>
          <a:p>
            <a:r>
              <a:rPr lang="en-CA" dirty="0">
                <a:solidFill>
                  <a:srgbClr val="007590"/>
                </a:solidFill>
              </a:rPr>
              <a:t>Concatenación al estilo antiguo</a:t>
            </a:r>
          </a:p>
        </p:txBody>
      </p:sp>
      <p:sp>
        <p:nvSpPr>
          <p:cNvPr id="12" name="Content Placeholder 9">
            <a:extLst>
              <a:ext uri="{FF2B5EF4-FFF2-40B4-BE49-F238E27FC236}">
                <a16:creationId xmlns:a16="http://schemas.microsoft.com/office/drawing/2014/main" id="{B2FDD92D-194A-5A4F-8EDB-4E50D342F29A}"/>
              </a:ext>
            </a:extLst>
          </p:cNvPr>
          <p:cNvSpPr>
            <a:spLocks noGrp="1"/>
          </p:cNvSpPr>
          <p:nvPr>
            <p:ph idx="1"/>
          </p:nvPr>
        </p:nvSpPr>
        <p:spPr>
          <a:xfrm>
            <a:off x="110359" y="2269173"/>
            <a:ext cx="12065598" cy="3659988"/>
          </a:xfrm>
        </p:spPr>
        <p:txBody>
          <a:bodyPr>
            <a:noAutofit/>
          </a:bodyPr>
          <a:lstStyle/>
          <a:p>
            <a:pPr marL="0" indent="0">
              <a:buNone/>
            </a:pPr>
            <a:r>
              <a:rPr lang="en-CA" sz="2400" b="1" dirty="0">
                <a:solidFill>
                  <a:schemeClr val="tx1">
                    <a:lumMod val="85000"/>
                    <a:lumOff val="15000"/>
                  </a:schemeClr>
                </a:solidFill>
                <a:latin typeface="Consolas" panose="020B0609020204030204" pitchFamily="49" charset="0"/>
              </a:rPr>
              <a:t>String </a:t>
            </a:r>
            <a:r>
              <a:rPr lang="en-CA" sz="2400" b="1" dirty="0" err="1">
                <a:solidFill>
                  <a:schemeClr val="tx1">
                    <a:lumMod val="85000"/>
                    <a:lumOff val="15000"/>
                  </a:schemeClr>
                </a:solidFill>
                <a:latin typeface="Consolas" panose="020B0609020204030204" pitchFamily="49" charset="0"/>
              </a:rPr>
              <a:t>htmlStr</a:t>
            </a:r>
            <a:r>
              <a:rPr lang="en-CA" sz="2400" b="1" dirty="0">
                <a:solidFill>
                  <a:schemeClr val="tx1">
                    <a:lumMod val="85000"/>
                    <a:lumOff val="15000"/>
                  </a:schemeClr>
                </a:solidFill>
                <a:latin typeface="Consolas" panose="020B0609020204030204" pitchFamily="49" charset="0"/>
              </a:rPr>
              <a:t> = "&lt;html&gt;&lt;head&gt;&lt;link </a:t>
            </a:r>
            <a:r>
              <a:rPr lang="en-CA" sz="2400" b="1" dirty="0" err="1">
                <a:solidFill>
                  <a:schemeClr val="tx1">
                    <a:lumMod val="85000"/>
                    <a:lumOff val="15000"/>
                  </a:schemeClr>
                </a:solidFill>
                <a:latin typeface="Consolas" panose="020B0609020204030204" pitchFamily="49" charset="0"/>
              </a:rPr>
              <a:t>rel</a:t>
            </a:r>
            <a:r>
              <a:rPr lang="en-CA" sz="2400" b="1" dirty="0">
                <a:solidFill>
                  <a:schemeClr val="tx1">
                    <a:lumMod val="85000"/>
                    <a:lumOff val="15000"/>
                  </a:schemeClr>
                </a:solidFill>
                <a:latin typeface="Consolas" panose="020B0609020204030204" pitchFamily="49" charset="0"/>
              </a:rPr>
              <a:t>='stylesheet' "</a:t>
            </a:r>
          </a:p>
          <a:p>
            <a:pPr marL="0" indent="0">
              <a:buNone/>
            </a:pPr>
            <a:r>
              <a:rPr lang="en-CA" sz="2400" b="1" dirty="0">
                <a:solidFill>
                  <a:schemeClr val="tx1">
                    <a:lumMod val="85000"/>
                    <a:lumOff val="15000"/>
                  </a:schemeClr>
                </a:solidFill>
                <a:latin typeface="Consolas" panose="020B0609020204030204" pitchFamily="49" charset="0"/>
              </a:rPr>
              <a:t>   + "</a:t>
            </a:r>
            <a:r>
              <a:rPr lang="en-CA" sz="2400" b="1" dirty="0" err="1">
                <a:solidFill>
                  <a:schemeClr val="tx1">
                    <a:lumMod val="85000"/>
                    <a:lumOff val="15000"/>
                  </a:schemeClr>
                </a:solidFill>
                <a:latin typeface="Consolas" panose="020B0609020204030204" pitchFamily="49" charset="0"/>
              </a:rPr>
              <a:t>href</a:t>
            </a:r>
            <a:r>
              <a:rPr lang="en-CA" sz="2400" b="1" dirty="0">
                <a:solidFill>
                  <a:schemeClr val="tx1">
                    <a:lumMod val="85000"/>
                    <a:lumOff val="15000"/>
                  </a:schemeClr>
                </a:solidFill>
                <a:latin typeface="Consolas" panose="020B0609020204030204" pitchFamily="49" charset="0"/>
              </a:rPr>
              <a:t>='styles/main.css' "</a:t>
            </a:r>
          </a:p>
          <a:p>
            <a:pPr marL="0" indent="0">
              <a:buNone/>
            </a:pPr>
            <a:r>
              <a:rPr lang="en-CA" sz="2400" b="1" dirty="0">
                <a:solidFill>
                  <a:schemeClr val="tx1">
                    <a:lumMod val="85000"/>
                    <a:lumOff val="15000"/>
                  </a:schemeClr>
                </a:solidFill>
                <a:latin typeface="Consolas" panose="020B0609020204030204" pitchFamily="49" charset="0"/>
              </a:rPr>
              <a:t>   + "type='text/</a:t>
            </a:r>
            <a:r>
              <a:rPr lang="en-CA" sz="2400" b="1" dirty="0" err="1">
                <a:solidFill>
                  <a:schemeClr val="tx1">
                    <a:lumMod val="85000"/>
                    <a:lumOff val="15000"/>
                  </a:schemeClr>
                </a:solidFill>
                <a:latin typeface="Consolas" panose="020B0609020204030204" pitchFamily="49" charset="0"/>
              </a:rPr>
              <a:t>css</a:t>
            </a:r>
            <a:r>
              <a:rPr lang="en-CA" sz="2400" b="1" dirty="0">
                <a:solidFill>
                  <a:schemeClr val="tx1">
                    <a:lumMod val="85000"/>
                    <a:lumOff val="15000"/>
                  </a:schemeClr>
                </a:solidFill>
                <a:latin typeface="Consolas" panose="020B0609020204030204" pitchFamily="49" charset="0"/>
              </a:rPr>
              <a:t>'/&gt;&lt;title&gt;The Learning Servlet&lt;/title&gt;&lt;/head&gt;"</a:t>
            </a:r>
          </a:p>
          <a:p>
            <a:pPr marL="0" indent="0">
              <a:buNone/>
            </a:pPr>
            <a:r>
              <a:rPr lang="en-CA" sz="2400" b="1" dirty="0">
                <a:solidFill>
                  <a:schemeClr val="tx1">
                    <a:lumMod val="85000"/>
                    <a:lumOff val="15000"/>
                  </a:schemeClr>
                </a:solidFill>
                <a:latin typeface="Consolas" panose="020B0609020204030204" pitchFamily="49" charset="0"/>
              </a:rPr>
              <a:t>   + "&lt;body&gt;&lt;h1&gt;GET method&lt;/h1&gt;"</a:t>
            </a:r>
          </a:p>
          <a:p>
            <a:pPr marL="0" indent="0">
              <a:buNone/>
            </a:pPr>
            <a:r>
              <a:rPr lang="en-CA" sz="2400" b="1" dirty="0">
                <a:solidFill>
                  <a:schemeClr val="tx1">
                    <a:lumMod val="85000"/>
                    <a:lumOff val="15000"/>
                  </a:schemeClr>
                </a:solidFill>
                <a:latin typeface="Consolas" panose="020B0609020204030204" pitchFamily="49" charset="0"/>
              </a:rPr>
              <a:t>   + "&lt;form id='</a:t>
            </a:r>
            <a:r>
              <a:rPr lang="en-CA" sz="2400" b="1" dirty="0" err="1">
                <a:solidFill>
                  <a:schemeClr val="tx1">
                    <a:lumMod val="85000"/>
                    <a:lumOff val="15000"/>
                  </a:schemeClr>
                </a:solidFill>
                <a:latin typeface="Consolas" panose="020B0609020204030204" pitchFamily="49" charset="0"/>
              </a:rPr>
              <a:t>form:index</a:t>
            </a:r>
            <a:r>
              <a:rPr lang="en-CA" sz="2400" b="1" dirty="0">
                <a:solidFill>
                  <a:schemeClr val="tx1">
                    <a:lumMod val="85000"/>
                    <a:lumOff val="15000"/>
                  </a:schemeClr>
                </a:solidFill>
                <a:latin typeface="Consolas" panose="020B0609020204030204" pitchFamily="49" charset="0"/>
              </a:rPr>
              <a:t>' action='index.html'&gt;"</a:t>
            </a:r>
          </a:p>
          <a:p>
            <a:pPr marL="0" indent="0">
              <a:buNone/>
            </a:pPr>
            <a:r>
              <a:rPr lang="en-CA" sz="2400" b="1" dirty="0">
                <a:solidFill>
                  <a:schemeClr val="tx1">
                    <a:lumMod val="85000"/>
                    <a:lumOff val="15000"/>
                  </a:schemeClr>
                </a:solidFill>
                <a:latin typeface="Consolas" panose="020B0609020204030204" pitchFamily="49" charset="0"/>
              </a:rPr>
              <a:t>   + "&lt;</a:t>
            </a:r>
            <a:r>
              <a:rPr lang="en-CA" sz="2400" b="1" dirty="0" err="1">
                <a:solidFill>
                  <a:schemeClr val="tx1">
                    <a:lumMod val="85000"/>
                    <a:lumOff val="15000"/>
                  </a:schemeClr>
                </a:solidFill>
                <a:latin typeface="Consolas" panose="020B0609020204030204" pitchFamily="49" charset="0"/>
              </a:rPr>
              <a:t>br</a:t>
            </a:r>
            <a:r>
              <a:rPr lang="en-CA" sz="2400" b="1" dirty="0">
                <a:solidFill>
                  <a:schemeClr val="tx1">
                    <a:lumMod val="85000"/>
                    <a:lumOff val="15000"/>
                  </a:schemeClr>
                </a:solidFill>
                <a:latin typeface="Consolas" panose="020B0609020204030204" pitchFamily="49" charset="0"/>
              </a:rPr>
              <a:t>/&gt;&lt;input type='submit' value='Return to Home page'/&gt;&lt;/form&gt;"</a:t>
            </a:r>
          </a:p>
          <a:p>
            <a:pPr marL="0" indent="0">
              <a:buNone/>
            </a:pPr>
            <a:r>
              <a:rPr lang="en-CA" sz="2400" b="1" dirty="0">
                <a:solidFill>
                  <a:schemeClr val="tx1">
                    <a:lumMod val="85000"/>
                    <a:lumOff val="15000"/>
                  </a:schemeClr>
                </a:solidFill>
                <a:latin typeface="Consolas" panose="020B0609020204030204" pitchFamily="49" charset="0"/>
              </a:rPr>
              <a:t>   + "&lt;/body&gt;&lt;/html&gt;";</a:t>
            </a:r>
          </a:p>
        </p:txBody>
      </p:sp>
    </p:spTree>
    <p:extLst>
      <p:ext uri="{BB962C8B-B14F-4D97-AF65-F5344CB8AC3E}">
        <p14:creationId xmlns:p14="http://schemas.microsoft.com/office/powerpoint/2010/main" val="1302971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8E35B83-1EC3-4F87-9D54-D86346335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7636" y="1957388"/>
            <a:ext cx="10396728"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59473CC6-4C94-BF4E-A315-44272B186E51}"/>
              </a:ext>
            </a:extLst>
          </p:cNvPr>
          <p:cNvSpPr/>
          <p:nvPr/>
        </p:nvSpPr>
        <p:spPr>
          <a:xfrm>
            <a:off x="0" y="0"/>
            <a:ext cx="12192000" cy="6858000"/>
          </a:xfrm>
          <a:prstGeom prst="rect">
            <a:avLst/>
          </a:prstGeom>
          <a:solidFill>
            <a:srgbClr val="F4920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E725F999-3496-AA48-8AB2-1D76769AFAC5}"/>
              </a:ext>
            </a:extLst>
          </p:cNvPr>
          <p:cNvSpPr>
            <a:spLocks noGrp="1"/>
          </p:cNvSpPr>
          <p:nvPr>
            <p:ph type="title"/>
          </p:nvPr>
        </p:nvSpPr>
        <p:spPr>
          <a:xfrm>
            <a:off x="778764" y="116404"/>
            <a:ext cx="10515600" cy="1155614"/>
          </a:xfrm>
        </p:spPr>
        <p:txBody>
          <a:bodyPr>
            <a:normAutofit/>
          </a:bodyPr>
          <a:lstStyle/>
          <a:p>
            <a:r>
              <a:rPr lang="en-CA" dirty="0">
                <a:solidFill>
                  <a:schemeClr val="bg1"/>
                </a:solidFill>
              </a:rPr>
              <a:t>Text Block al estilo nuevo JDK 15</a:t>
            </a:r>
          </a:p>
        </p:txBody>
      </p:sp>
      <p:sp>
        <p:nvSpPr>
          <p:cNvPr id="11" name="Content Placeholder 2">
            <a:extLst>
              <a:ext uri="{FF2B5EF4-FFF2-40B4-BE49-F238E27FC236}">
                <a16:creationId xmlns:a16="http://schemas.microsoft.com/office/drawing/2014/main" id="{3B3DC756-0EF4-004F-BA9A-EE52748F30A2}"/>
              </a:ext>
            </a:extLst>
          </p:cNvPr>
          <p:cNvSpPr>
            <a:spLocks noGrp="1"/>
          </p:cNvSpPr>
          <p:nvPr>
            <p:ph idx="1"/>
          </p:nvPr>
        </p:nvSpPr>
        <p:spPr>
          <a:xfrm>
            <a:off x="0" y="1275173"/>
            <a:ext cx="12192000" cy="5585982"/>
          </a:xfrm>
        </p:spPr>
        <p:txBody>
          <a:bodyPr>
            <a:noAutofit/>
          </a:bodyPr>
          <a:lstStyle/>
          <a:p>
            <a:pPr marL="0" indent="0">
              <a:spcBef>
                <a:spcPts val="0"/>
              </a:spcBef>
              <a:spcAft>
                <a:spcPts val="500"/>
              </a:spcAft>
              <a:buNone/>
            </a:pPr>
            <a:r>
              <a:rPr lang="en-CA" sz="2400" b="1" dirty="0">
                <a:solidFill>
                  <a:schemeClr val="bg1"/>
                </a:solidFill>
                <a:latin typeface="Consolas" panose="020B0609020204030204" pitchFamily="49" charset="0"/>
              </a:rPr>
              <a:t>String </a:t>
            </a:r>
            <a:r>
              <a:rPr lang="en-CA" sz="2400" b="1" dirty="0" err="1">
                <a:solidFill>
                  <a:schemeClr val="bg1"/>
                </a:solidFill>
                <a:latin typeface="Consolas" panose="020B0609020204030204" pitchFamily="49" charset="0"/>
              </a:rPr>
              <a:t>htmlStr</a:t>
            </a:r>
            <a:r>
              <a:rPr lang="en-CA" sz="2400" b="1" dirty="0">
                <a:solidFill>
                  <a:schemeClr val="bg1"/>
                </a:solidFill>
                <a:latin typeface="Consolas" panose="020B0609020204030204" pitchFamily="49" charset="0"/>
              </a:rPr>
              <a:t> = </a:t>
            </a:r>
            <a:r>
              <a:rPr lang="en-CA" sz="2400" b="1" dirty="0">
                <a:latin typeface="Consolas" panose="020B0609020204030204" pitchFamily="49" charset="0"/>
              </a:rPr>
              <a:t>"""</a:t>
            </a:r>
          </a:p>
          <a:p>
            <a:pPr marL="0" indent="0">
              <a:spcBef>
                <a:spcPts val="0"/>
              </a:spcBef>
              <a:spcAft>
                <a:spcPts val="500"/>
              </a:spcAft>
              <a:buNone/>
            </a:pPr>
            <a:r>
              <a:rPr lang="en-CA" sz="2400" b="1" dirty="0">
                <a:solidFill>
                  <a:schemeClr val="bg1"/>
                </a:solidFill>
                <a:latin typeface="Consolas" panose="020B0609020204030204" pitchFamily="49" charset="0"/>
              </a:rPr>
              <a:t>  &lt;html&gt;</a:t>
            </a:r>
          </a:p>
          <a:p>
            <a:pPr marL="0" indent="0">
              <a:spcBef>
                <a:spcPts val="0"/>
              </a:spcBef>
              <a:spcAft>
                <a:spcPts val="500"/>
              </a:spcAft>
              <a:buNone/>
            </a:pPr>
            <a:r>
              <a:rPr lang="en-CA" sz="2400" b="1" dirty="0">
                <a:solidFill>
                  <a:schemeClr val="bg1"/>
                </a:solidFill>
                <a:latin typeface="Consolas" panose="020B0609020204030204" pitchFamily="49" charset="0"/>
              </a:rPr>
              <a:t>     &lt;head&gt;</a:t>
            </a:r>
          </a:p>
          <a:p>
            <a:pPr marL="0" indent="0">
              <a:spcBef>
                <a:spcPts val="0"/>
              </a:spcBef>
              <a:spcAft>
                <a:spcPts val="500"/>
              </a:spcAft>
              <a:buNone/>
            </a:pPr>
            <a:r>
              <a:rPr lang="en-CA" sz="2400" b="1" dirty="0">
                <a:solidFill>
                  <a:schemeClr val="bg1"/>
                </a:solidFill>
                <a:latin typeface="Consolas" panose="020B0609020204030204" pitchFamily="49" charset="0"/>
              </a:rPr>
              <a:t>        &lt;link </a:t>
            </a:r>
            <a:r>
              <a:rPr lang="en-CA" sz="2400" b="1" dirty="0" err="1">
                <a:solidFill>
                  <a:schemeClr val="bg1"/>
                </a:solidFill>
                <a:latin typeface="Consolas" panose="020B0609020204030204" pitchFamily="49" charset="0"/>
              </a:rPr>
              <a:t>rel</a:t>
            </a:r>
            <a:r>
              <a:rPr lang="en-CA" sz="2400" b="1" dirty="0">
                <a:solidFill>
                  <a:schemeClr val="bg1"/>
                </a:solidFill>
                <a:latin typeface="Consolas" panose="020B0609020204030204" pitchFamily="49" charset="0"/>
              </a:rPr>
              <a:t>='</a:t>
            </a:r>
            <a:r>
              <a:rPr lang="en-CA" sz="2400" b="1" dirty="0" err="1">
                <a:solidFill>
                  <a:schemeClr val="bg1"/>
                </a:solidFill>
                <a:latin typeface="Consolas" panose="020B0609020204030204" pitchFamily="49" charset="0"/>
              </a:rPr>
              <a:t>stylesheet'href</a:t>
            </a:r>
            <a:r>
              <a:rPr lang="en-CA" sz="2400" b="1" dirty="0">
                <a:solidFill>
                  <a:schemeClr val="bg1"/>
                </a:solidFill>
                <a:latin typeface="Consolas" panose="020B0609020204030204" pitchFamily="49" charset="0"/>
              </a:rPr>
              <a:t>='styles/main.css' type='text/</a:t>
            </a:r>
            <a:r>
              <a:rPr lang="en-CA" sz="2400" b="1" dirty="0" err="1">
                <a:solidFill>
                  <a:schemeClr val="bg1"/>
                </a:solidFill>
                <a:latin typeface="Consolas" panose="020B0609020204030204" pitchFamily="49" charset="0"/>
              </a:rPr>
              <a:t>css</a:t>
            </a:r>
            <a:r>
              <a:rPr lang="en-CA" sz="2400" b="1" dirty="0">
                <a:solidFill>
                  <a:schemeClr val="bg1"/>
                </a:solidFill>
                <a:latin typeface="Consolas" panose="020B0609020204030204" pitchFamily="49" charset="0"/>
              </a:rPr>
              <a:t>’/&gt;</a:t>
            </a:r>
          </a:p>
          <a:p>
            <a:pPr marL="0" indent="0">
              <a:spcBef>
                <a:spcPts val="0"/>
              </a:spcBef>
              <a:spcAft>
                <a:spcPts val="500"/>
              </a:spcAft>
              <a:buNone/>
            </a:pPr>
            <a:r>
              <a:rPr lang="en-CA" sz="2400" b="1" dirty="0">
                <a:solidFill>
                  <a:schemeClr val="bg1"/>
                </a:solidFill>
                <a:latin typeface="Consolas" panose="020B0609020204030204" pitchFamily="49" charset="0"/>
              </a:rPr>
              <a:t>        &lt;title&gt;The Learning Servlet&lt;/title&gt;</a:t>
            </a:r>
          </a:p>
          <a:p>
            <a:pPr marL="0" indent="0">
              <a:spcBef>
                <a:spcPts val="0"/>
              </a:spcBef>
              <a:spcAft>
                <a:spcPts val="500"/>
              </a:spcAft>
              <a:buNone/>
            </a:pPr>
            <a:r>
              <a:rPr lang="en-CA" sz="2400" b="1" dirty="0">
                <a:solidFill>
                  <a:schemeClr val="bg1"/>
                </a:solidFill>
                <a:latin typeface="Consolas" panose="020B0609020204030204" pitchFamily="49" charset="0"/>
              </a:rPr>
              <a:t>     &lt;/head&gt;</a:t>
            </a:r>
          </a:p>
          <a:p>
            <a:pPr marL="0" indent="0">
              <a:spcBef>
                <a:spcPts val="0"/>
              </a:spcBef>
              <a:spcAft>
                <a:spcPts val="500"/>
              </a:spcAft>
              <a:buNone/>
            </a:pPr>
            <a:r>
              <a:rPr lang="en-CA" sz="2400" b="1" dirty="0">
                <a:solidFill>
                  <a:schemeClr val="bg1"/>
                </a:solidFill>
                <a:latin typeface="Consolas" panose="020B0609020204030204" pitchFamily="49" charset="0"/>
              </a:rPr>
              <a:t>     &lt;body&gt;</a:t>
            </a:r>
          </a:p>
          <a:p>
            <a:pPr marL="0" indent="0">
              <a:spcBef>
                <a:spcPts val="0"/>
              </a:spcBef>
              <a:spcAft>
                <a:spcPts val="500"/>
              </a:spcAft>
              <a:buNone/>
            </a:pPr>
            <a:r>
              <a:rPr lang="en-CA" sz="2400" b="1" dirty="0">
                <a:solidFill>
                  <a:schemeClr val="bg1"/>
                </a:solidFill>
                <a:latin typeface="Consolas" panose="020B0609020204030204" pitchFamily="49" charset="0"/>
              </a:rPr>
              <a:t>        &lt;h1&gt;GET method&lt;/h1&gt;</a:t>
            </a:r>
          </a:p>
          <a:p>
            <a:pPr marL="0" indent="0">
              <a:spcBef>
                <a:spcPts val="0"/>
              </a:spcBef>
              <a:spcAft>
                <a:spcPts val="500"/>
              </a:spcAft>
              <a:buNone/>
            </a:pPr>
            <a:r>
              <a:rPr lang="en-CA" sz="2400" b="1" dirty="0">
                <a:solidFill>
                  <a:schemeClr val="bg1"/>
                </a:solidFill>
                <a:latin typeface="Consolas" panose="020B0609020204030204" pitchFamily="49" charset="0"/>
              </a:rPr>
              <a:t>        &lt;form id='</a:t>
            </a:r>
            <a:r>
              <a:rPr lang="en-CA" sz="2400" b="1" dirty="0" err="1">
                <a:solidFill>
                  <a:schemeClr val="bg1"/>
                </a:solidFill>
                <a:latin typeface="Consolas" panose="020B0609020204030204" pitchFamily="49" charset="0"/>
              </a:rPr>
              <a:t>form:index</a:t>
            </a:r>
            <a:r>
              <a:rPr lang="en-CA" sz="2400" b="1" dirty="0">
                <a:solidFill>
                  <a:schemeClr val="bg1"/>
                </a:solidFill>
                <a:latin typeface="Consolas" panose="020B0609020204030204" pitchFamily="49" charset="0"/>
              </a:rPr>
              <a:t>' action = 'index.html'&gt;</a:t>
            </a:r>
          </a:p>
          <a:p>
            <a:pPr marL="0" indent="0">
              <a:spcBef>
                <a:spcPts val="0"/>
              </a:spcBef>
              <a:spcAft>
                <a:spcPts val="500"/>
              </a:spcAft>
              <a:buNone/>
            </a:pPr>
            <a:r>
              <a:rPr lang="en-CA" sz="2400" b="1" dirty="0">
                <a:solidFill>
                  <a:schemeClr val="bg1"/>
                </a:solidFill>
                <a:latin typeface="Consolas" panose="020B0609020204030204" pitchFamily="49" charset="0"/>
              </a:rPr>
              <a:t>           &lt;</a:t>
            </a:r>
            <a:r>
              <a:rPr lang="en-CA" sz="2400" b="1" dirty="0" err="1">
                <a:solidFill>
                  <a:schemeClr val="bg1"/>
                </a:solidFill>
                <a:latin typeface="Consolas" panose="020B0609020204030204" pitchFamily="49" charset="0"/>
              </a:rPr>
              <a:t>br</a:t>
            </a:r>
            <a:r>
              <a:rPr lang="en-CA" sz="2400" b="1" dirty="0">
                <a:solidFill>
                  <a:schemeClr val="bg1"/>
                </a:solidFill>
                <a:latin typeface="Consolas" panose="020B0609020204030204" pitchFamily="49" charset="0"/>
              </a:rPr>
              <a:t>/&gt;</a:t>
            </a:r>
          </a:p>
          <a:p>
            <a:pPr marL="0" indent="0">
              <a:spcBef>
                <a:spcPts val="0"/>
              </a:spcBef>
              <a:spcAft>
                <a:spcPts val="500"/>
              </a:spcAft>
              <a:buNone/>
            </a:pPr>
            <a:r>
              <a:rPr lang="en-CA" sz="2400" b="1" dirty="0">
                <a:solidFill>
                  <a:schemeClr val="bg1"/>
                </a:solidFill>
                <a:latin typeface="Consolas" panose="020B0609020204030204" pitchFamily="49" charset="0"/>
              </a:rPr>
              <a:t>           &lt;input type= 'submit' value='Return to Home page' /&gt;</a:t>
            </a:r>
          </a:p>
          <a:p>
            <a:pPr marL="0" indent="0">
              <a:spcBef>
                <a:spcPts val="0"/>
              </a:spcBef>
              <a:spcAft>
                <a:spcPts val="500"/>
              </a:spcAft>
              <a:buNone/>
            </a:pPr>
            <a:r>
              <a:rPr lang="en-CA" sz="2400" b="1" dirty="0">
                <a:solidFill>
                  <a:schemeClr val="bg1"/>
                </a:solidFill>
                <a:latin typeface="Consolas" panose="020B0609020204030204" pitchFamily="49" charset="0"/>
              </a:rPr>
              <a:t>        &lt;/form&gt;</a:t>
            </a:r>
          </a:p>
          <a:p>
            <a:pPr marL="0" indent="0">
              <a:spcBef>
                <a:spcPts val="0"/>
              </a:spcBef>
              <a:spcAft>
                <a:spcPts val="500"/>
              </a:spcAft>
              <a:buNone/>
            </a:pPr>
            <a:r>
              <a:rPr lang="en-CA" sz="2400" b="1" dirty="0">
                <a:solidFill>
                  <a:schemeClr val="bg1"/>
                </a:solidFill>
                <a:latin typeface="Consolas" panose="020B0609020204030204" pitchFamily="49" charset="0"/>
              </a:rPr>
              <a:t>     &lt;/body&gt;</a:t>
            </a:r>
          </a:p>
          <a:p>
            <a:pPr marL="0" indent="0">
              <a:spcBef>
                <a:spcPts val="0"/>
              </a:spcBef>
              <a:spcAft>
                <a:spcPts val="500"/>
              </a:spcAft>
              <a:buNone/>
            </a:pPr>
            <a:r>
              <a:rPr lang="en-CA" sz="2400" b="1" dirty="0">
                <a:solidFill>
                  <a:schemeClr val="bg1"/>
                </a:solidFill>
                <a:latin typeface="Consolas" panose="020B0609020204030204" pitchFamily="49" charset="0"/>
              </a:rPr>
              <a:t>  &lt;/html&gt;</a:t>
            </a:r>
            <a:r>
              <a:rPr lang="en-CA" sz="2400" b="1" dirty="0">
                <a:latin typeface="Consolas" panose="020B0609020204030204" pitchFamily="49" charset="0"/>
              </a:rPr>
              <a:t>"""</a:t>
            </a:r>
            <a:r>
              <a:rPr lang="en-CA" sz="2400" b="1" dirty="0">
                <a:solidFill>
                  <a:schemeClr val="bg1"/>
                </a:solidFill>
                <a:latin typeface="Consolas" panose="020B0609020204030204" pitchFamily="49" charset="0"/>
              </a:rPr>
              <a:t>;</a:t>
            </a:r>
          </a:p>
          <a:p>
            <a:pPr marL="0" indent="0">
              <a:spcBef>
                <a:spcPts val="0"/>
              </a:spcBef>
              <a:spcAft>
                <a:spcPts val="500"/>
              </a:spcAft>
              <a:buNone/>
            </a:pPr>
            <a:endParaRPr lang="en-CA" sz="2000" b="1" dirty="0">
              <a:solidFill>
                <a:schemeClr val="bg1"/>
              </a:solidFill>
              <a:latin typeface="Consolas" panose="020B0609020204030204" pitchFamily="49" charset="0"/>
            </a:endParaRPr>
          </a:p>
        </p:txBody>
      </p:sp>
      <p:sp>
        <p:nvSpPr>
          <p:cNvPr id="5" name="Rectangle 4">
            <a:extLst>
              <a:ext uri="{FF2B5EF4-FFF2-40B4-BE49-F238E27FC236}">
                <a16:creationId xmlns:a16="http://schemas.microsoft.com/office/drawing/2014/main" id="{5C63850C-C745-1B6C-3B3A-D550ED100D7A}"/>
              </a:ext>
            </a:extLst>
          </p:cNvPr>
          <p:cNvSpPr/>
          <p:nvPr/>
        </p:nvSpPr>
        <p:spPr>
          <a:xfrm>
            <a:off x="102476" y="1679035"/>
            <a:ext cx="331076" cy="513167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475194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E8E35B83-1EC3-4F87-9D54-D86346335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7636" y="1957388"/>
            <a:ext cx="10396728"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59473CC6-4C94-BF4E-A315-44272B186E51}"/>
              </a:ext>
            </a:extLst>
          </p:cNvPr>
          <p:cNvSpPr/>
          <p:nvPr/>
        </p:nvSpPr>
        <p:spPr>
          <a:xfrm>
            <a:off x="0" y="32201"/>
            <a:ext cx="12192000" cy="6858000"/>
          </a:xfrm>
          <a:prstGeom prst="rect">
            <a:avLst/>
          </a:prstGeom>
          <a:solidFill>
            <a:srgbClr val="F4920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E725F999-3496-AA48-8AB2-1D76769AFAC5}"/>
              </a:ext>
            </a:extLst>
          </p:cNvPr>
          <p:cNvSpPr>
            <a:spLocks noGrp="1"/>
          </p:cNvSpPr>
          <p:nvPr>
            <p:ph type="title"/>
          </p:nvPr>
        </p:nvSpPr>
        <p:spPr>
          <a:xfrm>
            <a:off x="321564" y="115181"/>
            <a:ext cx="11814627" cy="1325563"/>
          </a:xfrm>
        </p:spPr>
        <p:txBody>
          <a:bodyPr>
            <a:normAutofit/>
          </a:bodyPr>
          <a:lstStyle/>
          <a:p>
            <a:r>
              <a:rPr lang="en-CA" dirty="0">
                <a:solidFill>
                  <a:schemeClr val="bg1"/>
                </a:solidFill>
              </a:rPr>
              <a:t>Pero espere, hay más . . . String formatted JDK 15</a:t>
            </a:r>
          </a:p>
        </p:txBody>
      </p:sp>
      <p:sp>
        <p:nvSpPr>
          <p:cNvPr id="11" name="Content Placeholder 2">
            <a:extLst>
              <a:ext uri="{FF2B5EF4-FFF2-40B4-BE49-F238E27FC236}">
                <a16:creationId xmlns:a16="http://schemas.microsoft.com/office/drawing/2014/main" id="{3B3DC756-0EF4-004F-BA9A-EE52748F30A2}"/>
              </a:ext>
            </a:extLst>
          </p:cNvPr>
          <p:cNvSpPr>
            <a:spLocks noGrp="1"/>
          </p:cNvSpPr>
          <p:nvPr>
            <p:ph idx="1"/>
          </p:nvPr>
        </p:nvSpPr>
        <p:spPr>
          <a:xfrm>
            <a:off x="55808" y="1347952"/>
            <a:ext cx="12080384" cy="4767372"/>
          </a:xfrm>
        </p:spPr>
        <p:txBody>
          <a:bodyPr>
            <a:noAutofit/>
          </a:bodyPr>
          <a:lstStyle/>
          <a:p>
            <a:pPr marL="0" indent="0">
              <a:spcBef>
                <a:spcPts val="0"/>
              </a:spcBef>
              <a:spcAft>
                <a:spcPts val="500"/>
              </a:spcAft>
              <a:buNone/>
            </a:pPr>
            <a:r>
              <a:rPr lang="en-CA" sz="2400" b="1" dirty="0" err="1">
                <a:solidFill>
                  <a:schemeClr val="bg1"/>
                </a:solidFill>
                <a:latin typeface="Consolas" panose="020B0609020204030204" pitchFamily="49" charset="0"/>
              </a:rPr>
              <a:t>out.println</a:t>
            </a:r>
            <a:r>
              <a:rPr lang="en-CA" sz="2400" b="1" dirty="0">
                <a:solidFill>
                  <a:schemeClr val="bg1"/>
                </a:solidFill>
                <a:latin typeface="Consolas" panose="020B0609020204030204" pitchFamily="49" charset="0"/>
              </a:rPr>
              <a:t>("""</a:t>
            </a:r>
          </a:p>
          <a:p>
            <a:pPr marL="0" indent="0">
              <a:spcBef>
                <a:spcPts val="0"/>
              </a:spcBef>
              <a:spcAft>
                <a:spcPts val="500"/>
              </a:spcAft>
              <a:buNone/>
            </a:pPr>
            <a:r>
              <a:rPr lang="en-CA" sz="2400" b="1" dirty="0">
                <a:solidFill>
                  <a:schemeClr val="bg1"/>
                </a:solidFill>
                <a:latin typeface="Consolas" panose="020B0609020204030204" pitchFamily="49" charset="0"/>
              </a:rPr>
              <a:t>  &lt;html&gt;</a:t>
            </a:r>
          </a:p>
          <a:p>
            <a:pPr marL="0" indent="0">
              <a:spcBef>
                <a:spcPts val="0"/>
              </a:spcBef>
              <a:spcAft>
                <a:spcPts val="500"/>
              </a:spcAft>
              <a:buNone/>
            </a:pPr>
            <a:r>
              <a:rPr lang="en-CA" sz="2400" b="1" dirty="0">
                <a:solidFill>
                  <a:schemeClr val="bg1"/>
                </a:solidFill>
                <a:latin typeface="Consolas" panose="020B0609020204030204" pitchFamily="49" charset="0"/>
              </a:rPr>
              <a:t>    &lt;head&gt;</a:t>
            </a:r>
          </a:p>
          <a:p>
            <a:pPr marL="0" indent="0">
              <a:spcBef>
                <a:spcPts val="0"/>
              </a:spcBef>
              <a:spcAft>
                <a:spcPts val="500"/>
              </a:spcAft>
              <a:buNone/>
            </a:pPr>
            <a:r>
              <a:rPr lang="en-CA" sz="2400" b="1" dirty="0">
                <a:solidFill>
                  <a:schemeClr val="bg1"/>
                </a:solidFill>
                <a:latin typeface="Consolas" panose="020B0609020204030204" pitchFamily="49" charset="0"/>
              </a:rPr>
              <a:t>      &lt;title&gt;Just Servlet Output&lt;/title&gt;</a:t>
            </a:r>
          </a:p>
          <a:p>
            <a:pPr marL="0" indent="0">
              <a:spcBef>
                <a:spcPts val="0"/>
              </a:spcBef>
              <a:spcAft>
                <a:spcPts val="500"/>
              </a:spcAft>
              <a:buNone/>
            </a:pPr>
            <a:r>
              <a:rPr lang="en-CA" sz="2400" b="1" dirty="0">
                <a:solidFill>
                  <a:schemeClr val="bg1"/>
                </a:solidFill>
                <a:latin typeface="Consolas" panose="020B0609020204030204" pitchFamily="49" charset="0"/>
              </a:rPr>
              <a:t>      &lt;link </a:t>
            </a:r>
            <a:r>
              <a:rPr lang="en-CA" sz="2400" b="1" dirty="0" err="1">
                <a:solidFill>
                  <a:schemeClr val="bg1"/>
                </a:solidFill>
                <a:latin typeface="Consolas" panose="020B0609020204030204" pitchFamily="49" charset="0"/>
              </a:rPr>
              <a:t>rel</a:t>
            </a:r>
            <a:r>
              <a:rPr lang="en-CA" sz="2400" b="1" dirty="0">
                <a:solidFill>
                  <a:schemeClr val="bg1"/>
                </a:solidFill>
                <a:latin typeface="Consolas" panose="020B0609020204030204" pitchFamily="49" charset="0"/>
              </a:rPr>
              <a:t>='stylesheet' </a:t>
            </a:r>
            <a:r>
              <a:rPr lang="en-CA" sz="2400" b="1" dirty="0" err="1">
                <a:solidFill>
                  <a:schemeClr val="bg1"/>
                </a:solidFill>
                <a:latin typeface="Consolas" panose="020B0609020204030204" pitchFamily="49" charset="0"/>
              </a:rPr>
              <a:t>href</a:t>
            </a:r>
            <a:r>
              <a:rPr lang="en-CA" sz="2400" b="1" dirty="0">
                <a:solidFill>
                  <a:schemeClr val="bg1"/>
                </a:solidFill>
                <a:latin typeface="Consolas" panose="020B0609020204030204" pitchFamily="49" charset="0"/>
              </a:rPr>
              <a:t>='styles/main.css' type= 'text/</a:t>
            </a:r>
            <a:r>
              <a:rPr lang="en-CA" sz="2400" b="1" dirty="0" err="1">
                <a:solidFill>
                  <a:schemeClr val="bg1"/>
                </a:solidFill>
                <a:latin typeface="Consolas" panose="020B0609020204030204" pitchFamily="49" charset="0"/>
              </a:rPr>
              <a:t>css</a:t>
            </a:r>
            <a:r>
              <a:rPr lang="en-CA" sz="2400" b="1" dirty="0">
                <a:solidFill>
                  <a:schemeClr val="bg1"/>
                </a:solidFill>
                <a:latin typeface="Consolas" panose="020B0609020204030204" pitchFamily="49" charset="0"/>
              </a:rPr>
              <a:t>'/&gt;</a:t>
            </a:r>
          </a:p>
          <a:p>
            <a:pPr marL="0" indent="0">
              <a:spcBef>
                <a:spcPts val="0"/>
              </a:spcBef>
              <a:spcAft>
                <a:spcPts val="500"/>
              </a:spcAft>
              <a:buNone/>
            </a:pPr>
            <a:r>
              <a:rPr lang="en-CA" sz="2400" b="1" dirty="0">
                <a:solidFill>
                  <a:schemeClr val="bg1"/>
                </a:solidFill>
                <a:latin typeface="Consolas" panose="020B0609020204030204" pitchFamily="49" charset="0"/>
              </a:rPr>
              <a:t>      &lt;/head&gt;</a:t>
            </a:r>
          </a:p>
          <a:p>
            <a:pPr marL="0" indent="0">
              <a:spcBef>
                <a:spcPts val="0"/>
              </a:spcBef>
              <a:spcAft>
                <a:spcPts val="500"/>
              </a:spcAft>
              <a:buNone/>
            </a:pPr>
            <a:r>
              <a:rPr lang="en-CA" sz="2400" b="1" dirty="0">
                <a:solidFill>
                  <a:schemeClr val="bg1"/>
                </a:solidFill>
                <a:latin typeface="Consolas" panose="020B0609020204030204" pitchFamily="49" charset="0"/>
              </a:rPr>
              <a:t>    &lt;body&gt;</a:t>
            </a:r>
          </a:p>
          <a:p>
            <a:pPr marL="0" indent="0">
              <a:spcBef>
                <a:spcPts val="0"/>
              </a:spcBef>
              <a:spcAft>
                <a:spcPts val="500"/>
              </a:spcAft>
              <a:buNone/>
            </a:pPr>
            <a:r>
              <a:rPr lang="en-CA" sz="2400" b="1" dirty="0">
                <a:solidFill>
                  <a:schemeClr val="bg1"/>
                </a:solidFill>
                <a:latin typeface="Consolas" panose="020B0609020204030204" pitchFamily="49" charset="0"/>
              </a:rPr>
              <a:t>      &lt;h1&gt;Thanks for joining our email list&lt;/h1&gt;</a:t>
            </a:r>
          </a:p>
          <a:p>
            <a:pPr marL="0" indent="0">
              <a:spcBef>
                <a:spcPts val="0"/>
              </a:spcBef>
              <a:spcAft>
                <a:spcPts val="500"/>
              </a:spcAft>
              <a:buNone/>
            </a:pPr>
            <a:r>
              <a:rPr lang="en-CA" sz="2400" b="1" dirty="0">
                <a:solidFill>
                  <a:schemeClr val="bg1"/>
                </a:solidFill>
                <a:latin typeface="Consolas" panose="020B0609020204030204" pitchFamily="49" charset="0"/>
              </a:rPr>
              <a:t>      &lt;p&gt;Here is the information that you entered:&lt;/p&gt;</a:t>
            </a:r>
          </a:p>
          <a:p>
            <a:pPr marL="0" indent="0">
              <a:spcBef>
                <a:spcPts val="0"/>
              </a:spcBef>
              <a:spcAft>
                <a:spcPts val="500"/>
              </a:spcAft>
              <a:buNone/>
            </a:pPr>
            <a:r>
              <a:rPr lang="en-CA" sz="2400" b="1" dirty="0">
                <a:solidFill>
                  <a:schemeClr val="bg1"/>
                </a:solidFill>
                <a:latin typeface="Consolas" panose="020B0609020204030204" pitchFamily="49" charset="0"/>
              </a:rPr>
              <a:t>      &lt;label&gt;Email:&lt;/label&gt;</a:t>
            </a:r>
          </a:p>
          <a:p>
            <a:pPr marL="0" indent="0">
              <a:spcBef>
                <a:spcPts val="0"/>
              </a:spcBef>
              <a:spcAft>
                <a:spcPts val="500"/>
              </a:spcAft>
              <a:buNone/>
            </a:pPr>
            <a:r>
              <a:rPr lang="en-CA" sz="2400" b="1" dirty="0">
                <a:solidFill>
                  <a:schemeClr val="bg1"/>
                </a:solidFill>
                <a:latin typeface="Consolas" panose="020B0609020204030204" pitchFamily="49" charset="0"/>
              </a:rPr>
              <a:t>      &lt;span&gt;</a:t>
            </a:r>
            <a:r>
              <a:rPr lang="en-CA" b="1" dirty="0">
                <a:solidFill>
                  <a:srgbClr val="002060"/>
                </a:solidFill>
                <a:latin typeface="Consolas" panose="020B0609020204030204" pitchFamily="49" charset="0"/>
              </a:rPr>
              <a:t>%s</a:t>
            </a:r>
            <a:r>
              <a:rPr lang="en-CA" sz="2400" b="1" dirty="0">
                <a:solidFill>
                  <a:schemeClr val="bg1"/>
                </a:solidFill>
                <a:latin typeface="Consolas" panose="020B0609020204030204" pitchFamily="49" charset="0"/>
              </a:rPr>
              <a:t>&lt;/span&gt;</a:t>
            </a:r>
          </a:p>
          <a:p>
            <a:pPr marL="0" indent="0">
              <a:spcBef>
                <a:spcPts val="0"/>
              </a:spcBef>
              <a:spcAft>
                <a:spcPts val="500"/>
              </a:spcAft>
              <a:buNone/>
            </a:pPr>
            <a:r>
              <a:rPr lang="en-CA" sz="2400" b="1" dirty="0">
                <a:solidFill>
                  <a:schemeClr val="bg1"/>
                </a:solidFill>
                <a:latin typeface="Consolas" panose="020B0609020204030204" pitchFamily="49" charset="0"/>
              </a:rPr>
              <a:t>    &lt;/body&gt;</a:t>
            </a:r>
          </a:p>
          <a:p>
            <a:pPr marL="0" indent="0">
              <a:spcBef>
                <a:spcPts val="0"/>
              </a:spcBef>
              <a:spcAft>
                <a:spcPts val="500"/>
              </a:spcAft>
              <a:buNone/>
            </a:pPr>
            <a:r>
              <a:rPr lang="en-CA" sz="2400" b="1" dirty="0">
                <a:solidFill>
                  <a:schemeClr val="bg1"/>
                </a:solidFill>
                <a:latin typeface="Consolas" panose="020B0609020204030204" pitchFamily="49" charset="0"/>
              </a:rPr>
              <a:t>  &lt;/html&gt;"""</a:t>
            </a:r>
            <a:r>
              <a:rPr lang="en-CA" sz="2400" b="1" dirty="0">
                <a:solidFill>
                  <a:srgbClr val="002060"/>
                </a:solidFill>
                <a:latin typeface="Consolas" panose="020B0609020204030204" pitchFamily="49" charset="0"/>
              </a:rPr>
              <a:t>.</a:t>
            </a:r>
            <a:r>
              <a:rPr lang="en-CA" b="1" dirty="0">
                <a:solidFill>
                  <a:srgbClr val="002060"/>
                </a:solidFill>
                <a:latin typeface="Consolas" panose="020B0609020204030204" pitchFamily="49" charset="0"/>
              </a:rPr>
              <a:t>formatted(</a:t>
            </a:r>
            <a:r>
              <a:rPr lang="en-CA" b="1" dirty="0" err="1">
                <a:solidFill>
                  <a:srgbClr val="002060"/>
                </a:solidFill>
                <a:latin typeface="Consolas" panose="020B0609020204030204" pitchFamily="49" charset="0"/>
              </a:rPr>
              <a:t>user.getEmailAddress</a:t>
            </a:r>
            <a:r>
              <a:rPr lang="en-CA" b="1" dirty="0">
                <a:solidFill>
                  <a:srgbClr val="002060"/>
                </a:solidFill>
                <a:latin typeface="Consolas" panose="020B0609020204030204" pitchFamily="49" charset="0"/>
              </a:rPr>
              <a:t>()</a:t>
            </a:r>
            <a:r>
              <a:rPr lang="en-CA" sz="2400" b="1" dirty="0">
                <a:solidFill>
                  <a:schemeClr val="bg1"/>
                </a:solidFill>
                <a:latin typeface="Consolas" panose="020B0609020204030204" pitchFamily="49" charset="0"/>
              </a:rPr>
              <a:t>));</a:t>
            </a:r>
          </a:p>
        </p:txBody>
      </p:sp>
      <p:sp>
        <p:nvSpPr>
          <p:cNvPr id="7" name="Rectangle 6">
            <a:extLst>
              <a:ext uri="{FF2B5EF4-FFF2-40B4-BE49-F238E27FC236}">
                <a16:creationId xmlns:a16="http://schemas.microsoft.com/office/drawing/2014/main" id="{AB499EC1-6536-A054-F921-DEC16DF858BE}"/>
              </a:ext>
            </a:extLst>
          </p:cNvPr>
          <p:cNvSpPr/>
          <p:nvPr/>
        </p:nvSpPr>
        <p:spPr>
          <a:xfrm>
            <a:off x="79012" y="1792626"/>
            <a:ext cx="373487" cy="461053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014364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759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04B42-4DEE-4215-92BE-F6512D0E0BC6}"/>
              </a:ext>
            </a:extLst>
          </p:cNvPr>
          <p:cNvSpPr>
            <a:spLocks noGrp="1"/>
          </p:cNvSpPr>
          <p:nvPr>
            <p:ph type="title"/>
          </p:nvPr>
        </p:nvSpPr>
        <p:spPr>
          <a:xfrm>
            <a:off x="838199" y="365125"/>
            <a:ext cx="10991045" cy="1325563"/>
          </a:xfrm>
        </p:spPr>
        <p:txBody>
          <a:bodyPr>
            <a:normAutofit/>
          </a:bodyPr>
          <a:lstStyle/>
          <a:p>
            <a:r>
              <a:rPr lang="en-CA" b="1" dirty="0"/>
              <a:t>switch</a:t>
            </a:r>
            <a:r>
              <a:rPr lang="en-CA" dirty="0"/>
              <a:t> – una expresión y sin necesidad de break JDK 14 </a:t>
            </a:r>
          </a:p>
        </p:txBody>
      </p:sp>
      <p:graphicFrame>
        <p:nvGraphicFramePr>
          <p:cNvPr id="10" name="Content Placeholder 2">
            <a:extLst>
              <a:ext uri="{FF2B5EF4-FFF2-40B4-BE49-F238E27FC236}">
                <a16:creationId xmlns:a16="http://schemas.microsoft.com/office/drawing/2014/main" id="{F7F3F2CD-DDD6-4972-AA40-F9E79B4F6F99}"/>
              </a:ext>
            </a:extLst>
          </p:cNvPr>
          <p:cNvGraphicFramePr>
            <a:graphicFrameLocks noGrp="1"/>
          </p:cNvGraphicFramePr>
          <p:nvPr>
            <p:ph idx="1"/>
            <p:extLst>
              <p:ext uri="{D42A27DB-BD31-4B8C-83A1-F6EECF244321}">
                <p14:modId xmlns:p14="http://schemas.microsoft.com/office/powerpoint/2010/main" val="354648743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6242744"/>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0FEA259-6786-F84B-AA1E-DDA29BB19434}"/>
              </a:ext>
            </a:extLst>
          </p:cNvPr>
          <p:cNvSpPr/>
          <p:nvPr/>
        </p:nvSpPr>
        <p:spPr>
          <a:xfrm>
            <a:off x="0" y="-3324"/>
            <a:ext cx="12192000" cy="7029766"/>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3">
            <a:extLst>
              <a:ext uri="{FF2B5EF4-FFF2-40B4-BE49-F238E27FC236}">
                <a16:creationId xmlns:a16="http://schemas.microsoft.com/office/drawing/2014/main" id="{19E3CE48-65A1-DA4F-A760-9A0F4BA4E709}"/>
              </a:ext>
            </a:extLst>
          </p:cNvPr>
          <p:cNvSpPr>
            <a:spLocks noGrp="1"/>
          </p:cNvSpPr>
          <p:nvPr>
            <p:ph type="title"/>
          </p:nvPr>
        </p:nvSpPr>
        <p:spPr>
          <a:xfrm>
            <a:off x="838200" y="365125"/>
            <a:ext cx="10515600" cy="1325563"/>
          </a:xfrm>
        </p:spPr>
        <p:txBody>
          <a:bodyPr>
            <a:normAutofit/>
          </a:bodyPr>
          <a:lstStyle/>
          <a:p>
            <a:r>
              <a:rPr lang="en-CA" dirty="0">
                <a:solidFill>
                  <a:schemeClr val="bg1"/>
                </a:solidFill>
              </a:rPr>
              <a:t>¿Cuál preferiría aprender o enseñar?</a:t>
            </a:r>
          </a:p>
        </p:txBody>
      </p:sp>
      <p:sp>
        <p:nvSpPr>
          <p:cNvPr id="16" name="Content Placeholder 4">
            <a:extLst>
              <a:ext uri="{FF2B5EF4-FFF2-40B4-BE49-F238E27FC236}">
                <a16:creationId xmlns:a16="http://schemas.microsoft.com/office/drawing/2014/main" id="{9D6CC720-5258-4B4E-BC85-50942E63B547}"/>
              </a:ext>
            </a:extLst>
          </p:cNvPr>
          <p:cNvSpPr>
            <a:spLocks noGrp="1"/>
          </p:cNvSpPr>
          <p:nvPr>
            <p:ph sz="half" idx="1"/>
          </p:nvPr>
        </p:nvSpPr>
        <p:spPr>
          <a:xfrm>
            <a:off x="999066" y="1558645"/>
            <a:ext cx="5096934" cy="5255341"/>
          </a:xfrm>
        </p:spPr>
        <p:txBody>
          <a:bodyPr>
            <a:noAutofit/>
          </a:bodyPr>
          <a:lstStyle/>
          <a:p>
            <a:pPr marL="0" indent="0">
              <a:lnSpc>
                <a:spcPct val="110000"/>
              </a:lnSpc>
              <a:spcBef>
                <a:spcPts val="400"/>
              </a:spcBef>
              <a:buNone/>
            </a:pPr>
            <a:r>
              <a:rPr lang="en-CA" sz="1800" b="1" dirty="0">
                <a:solidFill>
                  <a:schemeClr val="bg1"/>
                </a:solidFill>
                <a:latin typeface="Consolas" panose="020B0609020204030204" pitchFamily="49" charset="0"/>
              </a:rPr>
              <a:t>double value = 0;</a:t>
            </a:r>
          </a:p>
          <a:p>
            <a:pPr marL="0" indent="0">
              <a:lnSpc>
                <a:spcPct val="110000"/>
              </a:lnSpc>
              <a:spcBef>
                <a:spcPts val="400"/>
              </a:spcBef>
              <a:buNone/>
            </a:pPr>
            <a:r>
              <a:rPr lang="en-CA" sz="1800" b="1" dirty="0">
                <a:solidFill>
                  <a:schemeClr val="bg1"/>
                </a:solidFill>
                <a:latin typeface="Consolas" panose="020B0609020204030204" pitchFamily="49" charset="0"/>
              </a:rPr>
              <a:t>switch (point) {</a:t>
            </a:r>
          </a:p>
          <a:p>
            <a:pPr marL="0" indent="0">
              <a:lnSpc>
                <a:spcPct val="110000"/>
              </a:lnSpc>
              <a:spcBef>
                <a:spcPts val="400"/>
              </a:spcBef>
              <a:buNone/>
            </a:pPr>
            <a:r>
              <a:rPr lang="en-CA" sz="1800" b="1" dirty="0">
                <a:solidFill>
                  <a:schemeClr val="bg1"/>
                </a:solidFill>
                <a:latin typeface="Consolas" panose="020B0609020204030204" pitchFamily="49" charset="0"/>
              </a:rPr>
              <a:t>    case NORTH:</a:t>
            </a:r>
          </a:p>
          <a:p>
            <a:pPr marL="0" indent="0">
              <a:lnSpc>
                <a:spcPct val="110000"/>
              </a:lnSpc>
              <a:spcBef>
                <a:spcPts val="400"/>
              </a:spcBef>
              <a:buNone/>
            </a:pPr>
            <a:r>
              <a:rPr lang="en-CA" sz="1800" b="1" dirty="0">
                <a:solidFill>
                  <a:schemeClr val="bg1"/>
                </a:solidFill>
                <a:latin typeface="Consolas" panose="020B0609020204030204" pitchFamily="49" charset="0"/>
              </a:rPr>
              <a:t>        value = 12.12;</a:t>
            </a:r>
          </a:p>
          <a:p>
            <a:pPr marL="0" indent="0">
              <a:lnSpc>
                <a:spcPct val="110000"/>
              </a:lnSpc>
              <a:spcBef>
                <a:spcPts val="400"/>
              </a:spcBef>
              <a:buNone/>
            </a:pPr>
            <a:r>
              <a:rPr lang="en-CA" sz="1800" b="1" dirty="0">
                <a:solidFill>
                  <a:schemeClr val="bg1"/>
                </a:solidFill>
                <a:latin typeface="Consolas" panose="020B0609020204030204" pitchFamily="49" charset="0"/>
              </a:rPr>
              <a:t>        break;</a:t>
            </a:r>
          </a:p>
          <a:p>
            <a:pPr marL="0" indent="0">
              <a:lnSpc>
                <a:spcPct val="110000"/>
              </a:lnSpc>
              <a:spcBef>
                <a:spcPts val="400"/>
              </a:spcBef>
              <a:buNone/>
            </a:pPr>
            <a:r>
              <a:rPr lang="en-CA" sz="1800" b="1" dirty="0">
                <a:solidFill>
                  <a:schemeClr val="bg1"/>
                </a:solidFill>
                <a:latin typeface="Consolas" panose="020B0609020204030204" pitchFamily="49" charset="0"/>
              </a:rPr>
              <a:t>    case SOUTH:</a:t>
            </a:r>
          </a:p>
          <a:p>
            <a:pPr marL="0" indent="0">
              <a:lnSpc>
                <a:spcPct val="110000"/>
              </a:lnSpc>
              <a:spcBef>
                <a:spcPts val="400"/>
              </a:spcBef>
              <a:buNone/>
            </a:pPr>
            <a:r>
              <a:rPr lang="en-CA" sz="1800" b="1" dirty="0">
                <a:solidFill>
                  <a:schemeClr val="bg1"/>
                </a:solidFill>
                <a:latin typeface="Consolas" panose="020B0609020204030204" pitchFamily="49" charset="0"/>
              </a:rPr>
              <a:t>        value = 14.14;</a:t>
            </a:r>
          </a:p>
          <a:p>
            <a:pPr marL="0" indent="0">
              <a:lnSpc>
                <a:spcPct val="110000"/>
              </a:lnSpc>
              <a:spcBef>
                <a:spcPts val="400"/>
              </a:spcBef>
              <a:buNone/>
            </a:pPr>
            <a:r>
              <a:rPr lang="en-CA" sz="1800" b="1" dirty="0">
                <a:solidFill>
                  <a:schemeClr val="bg1"/>
                </a:solidFill>
                <a:latin typeface="Consolas" panose="020B0609020204030204" pitchFamily="49" charset="0"/>
              </a:rPr>
              <a:t>        break;</a:t>
            </a:r>
          </a:p>
          <a:p>
            <a:pPr marL="0" indent="0">
              <a:lnSpc>
                <a:spcPct val="110000"/>
              </a:lnSpc>
              <a:spcBef>
                <a:spcPts val="400"/>
              </a:spcBef>
              <a:buNone/>
            </a:pPr>
            <a:r>
              <a:rPr lang="en-CA" sz="1800" b="1" dirty="0">
                <a:solidFill>
                  <a:schemeClr val="bg1"/>
                </a:solidFill>
                <a:latin typeface="Consolas" panose="020B0609020204030204" pitchFamily="49" charset="0"/>
              </a:rPr>
              <a:t>    case EAST:</a:t>
            </a:r>
          </a:p>
          <a:p>
            <a:pPr marL="0" indent="0">
              <a:lnSpc>
                <a:spcPct val="110000"/>
              </a:lnSpc>
              <a:spcBef>
                <a:spcPts val="400"/>
              </a:spcBef>
              <a:buNone/>
            </a:pPr>
            <a:r>
              <a:rPr lang="en-CA" sz="1800" b="1" dirty="0">
                <a:solidFill>
                  <a:schemeClr val="bg1"/>
                </a:solidFill>
                <a:latin typeface="Consolas" panose="020B0609020204030204" pitchFamily="49" charset="0"/>
              </a:rPr>
              <a:t>        value = 16.16;</a:t>
            </a:r>
          </a:p>
          <a:p>
            <a:pPr marL="0" indent="0">
              <a:lnSpc>
                <a:spcPct val="110000"/>
              </a:lnSpc>
              <a:spcBef>
                <a:spcPts val="400"/>
              </a:spcBef>
              <a:buNone/>
            </a:pPr>
            <a:r>
              <a:rPr lang="en-CA" sz="1800" b="1" dirty="0">
                <a:solidFill>
                  <a:schemeClr val="bg1"/>
                </a:solidFill>
                <a:latin typeface="Consolas" panose="020B0609020204030204" pitchFamily="49" charset="0"/>
              </a:rPr>
              <a:t>        break;</a:t>
            </a:r>
          </a:p>
          <a:p>
            <a:pPr marL="0" indent="0">
              <a:lnSpc>
                <a:spcPct val="110000"/>
              </a:lnSpc>
              <a:spcBef>
                <a:spcPts val="400"/>
              </a:spcBef>
              <a:buNone/>
            </a:pPr>
            <a:r>
              <a:rPr lang="en-CA" sz="1800" b="1" dirty="0">
                <a:solidFill>
                  <a:schemeClr val="bg1"/>
                </a:solidFill>
                <a:latin typeface="Consolas" panose="020B0609020204030204" pitchFamily="49" charset="0"/>
              </a:rPr>
              <a:t>    case WEST:</a:t>
            </a:r>
          </a:p>
          <a:p>
            <a:pPr marL="0" indent="0">
              <a:lnSpc>
                <a:spcPct val="110000"/>
              </a:lnSpc>
              <a:spcBef>
                <a:spcPts val="400"/>
              </a:spcBef>
              <a:buNone/>
            </a:pPr>
            <a:r>
              <a:rPr lang="en-CA" sz="1800" b="1" dirty="0">
                <a:solidFill>
                  <a:schemeClr val="bg1"/>
                </a:solidFill>
                <a:latin typeface="Consolas" panose="020B0609020204030204" pitchFamily="49" charset="0"/>
              </a:rPr>
              <a:t>        value = 18.18;</a:t>
            </a:r>
          </a:p>
          <a:p>
            <a:pPr marL="0" indent="0">
              <a:lnSpc>
                <a:spcPct val="110000"/>
              </a:lnSpc>
              <a:spcBef>
                <a:spcPts val="400"/>
              </a:spcBef>
              <a:buNone/>
            </a:pPr>
            <a:r>
              <a:rPr lang="en-CA" sz="1800" b="1" dirty="0">
                <a:solidFill>
                  <a:schemeClr val="bg1"/>
                </a:solidFill>
                <a:latin typeface="Consolas" panose="020B0609020204030204" pitchFamily="49" charset="0"/>
              </a:rPr>
              <a:t>        break;</a:t>
            </a:r>
          </a:p>
          <a:p>
            <a:pPr marL="0" indent="0">
              <a:lnSpc>
                <a:spcPct val="110000"/>
              </a:lnSpc>
              <a:spcBef>
                <a:spcPts val="400"/>
              </a:spcBef>
              <a:buNone/>
            </a:pPr>
            <a:r>
              <a:rPr lang="en-CA" sz="1800" b="1" dirty="0">
                <a:solidFill>
                  <a:schemeClr val="bg1"/>
                </a:solidFill>
                <a:latin typeface="Consolas" panose="020B0609020204030204" pitchFamily="49" charset="0"/>
              </a:rPr>
              <a:t>}</a:t>
            </a:r>
          </a:p>
        </p:txBody>
      </p:sp>
      <p:sp>
        <p:nvSpPr>
          <p:cNvPr id="17" name="Content Placeholder 5">
            <a:extLst>
              <a:ext uri="{FF2B5EF4-FFF2-40B4-BE49-F238E27FC236}">
                <a16:creationId xmlns:a16="http://schemas.microsoft.com/office/drawing/2014/main" id="{A45A57CC-4813-C14A-97BE-EFC60812DE4A}"/>
              </a:ext>
            </a:extLst>
          </p:cNvPr>
          <p:cNvSpPr>
            <a:spLocks noGrp="1"/>
          </p:cNvSpPr>
          <p:nvPr>
            <p:ph sz="half" idx="2"/>
          </p:nvPr>
        </p:nvSpPr>
        <p:spPr>
          <a:xfrm>
            <a:off x="5135610" y="1564913"/>
            <a:ext cx="5939666" cy="4574305"/>
          </a:xfrm>
        </p:spPr>
        <p:txBody>
          <a:bodyPr>
            <a:normAutofit/>
          </a:bodyPr>
          <a:lstStyle/>
          <a:p>
            <a:pPr marL="0" indent="0">
              <a:spcBef>
                <a:spcPts val="400"/>
              </a:spcBef>
              <a:buNone/>
            </a:pPr>
            <a:r>
              <a:rPr lang="en-CA" sz="2400" b="1" dirty="0">
                <a:solidFill>
                  <a:schemeClr val="bg1"/>
                </a:solidFill>
                <a:latin typeface="Consolas" panose="020B0609020204030204" pitchFamily="49" charset="0"/>
              </a:rPr>
              <a:t>double value = switch (point) {</a:t>
            </a:r>
          </a:p>
          <a:p>
            <a:pPr marL="0" indent="0">
              <a:spcBef>
                <a:spcPts val="400"/>
              </a:spcBef>
              <a:buNone/>
            </a:pPr>
            <a:r>
              <a:rPr lang="en-CA" sz="2400" b="1" dirty="0">
                <a:solidFill>
                  <a:schemeClr val="bg1"/>
                </a:solidFill>
                <a:latin typeface="Consolas" panose="020B0609020204030204" pitchFamily="49" charset="0"/>
              </a:rPr>
              <a:t>    case NORTH -&gt; 12.12;</a:t>
            </a:r>
          </a:p>
          <a:p>
            <a:pPr marL="0" indent="0">
              <a:spcBef>
                <a:spcPts val="400"/>
              </a:spcBef>
              <a:buNone/>
            </a:pPr>
            <a:r>
              <a:rPr lang="en-CA" sz="2400" b="1" dirty="0">
                <a:solidFill>
                  <a:schemeClr val="bg1"/>
                </a:solidFill>
                <a:latin typeface="Consolas" panose="020B0609020204030204" pitchFamily="49" charset="0"/>
              </a:rPr>
              <a:t>    case SOUTH -&gt; 14.14;</a:t>
            </a:r>
          </a:p>
          <a:p>
            <a:pPr marL="0" indent="0">
              <a:spcBef>
                <a:spcPts val="400"/>
              </a:spcBef>
              <a:buNone/>
            </a:pPr>
            <a:r>
              <a:rPr lang="en-CA" sz="2400" b="1" dirty="0">
                <a:solidFill>
                  <a:schemeClr val="bg1"/>
                </a:solidFill>
                <a:latin typeface="Consolas" panose="020B0609020204030204" pitchFamily="49" charset="0"/>
              </a:rPr>
              <a:t>    case EAST -&gt; 16.16;</a:t>
            </a:r>
          </a:p>
          <a:p>
            <a:pPr marL="0" indent="0">
              <a:spcBef>
                <a:spcPts val="400"/>
              </a:spcBef>
              <a:buNone/>
            </a:pPr>
            <a:r>
              <a:rPr lang="en-CA" sz="2400" b="1" dirty="0">
                <a:solidFill>
                  <a:schemeClr val="bg1"/>
                </a:solidFill>
                <a:latin typeface="Consolas" panose="020B0609020204030204" pitchFamily="49" charset="0"/>
              </a:rPr>
              <a:t>    case WEST -&gt; 18.18;</a:t>
            </a:r>
          </a:p>
          <a:p>
            <a:pPr marL="0" indent="0">
              <a:spcBef>
                <a:spcPts val="400"/>
              </a:spcBef>
              <a:buNone/>
            </a:pPr>
            <a:r>
              <a:rPr lang="en-CA" sz="2400" b="1" dirty="0">
                <a:solidFill>
                  <a:schemeClr val="bg1"/>
                </a:solidFill>
                <a:latin typeface="Consolas" panose="020B0609020204030204" pitchFamily="49" charset="0"/>
              </a:rPr>
              <a:t>    default -&gt; 0.0;    </a:t>
            </a:r>
          </a:p>
          <a:p>
            <a:pPr marL="0" indent="0">
              <a:spcBef>
                <a:spcPts val="400"/>
              </a:spcBef>
              <a:buNone/>
            </a:pPr>
            <a:r>
              <a:rPr lang="en-CA" sz="2400" b="1" dirty="0">
                <a:solidFill>
                  <a:schemeClr val="bg1"/>
                </a:solidFill>
                <a:latin typeface="Consolas" panose="020B0609020204030204" pitchFamily="49" charset="0"/>
              </a:rPr>
              <a:t>};</a:t>
            </a:r>
          </a:p>
          <a:p>
            <a:pPr marL="0" indent="0">
              <a:spcBef>
                <a:spcPts val="400"/>
              </a:spcBef>
              <a:buNone/>
            </a:pPr>
            <a:r>
              <a:rPr lang="en-CA" sz="2400" b="1" dirty="0">
                <a:solidFill>
                  <a:schemeClr val="bg1"/>
                </a:solidFill>
                <a:latin typeface="Consolas" panose="020B0609020204030204" pitchFamily="49" charset="0"/>
              </a:rPr>
              <a:t> </a:t>
            </a:r>
          </a:p>
        </p:txBody>
      </p:sp>
    </p:spTree>
    <p:extLst>
      <p:ext uri="{BB962C8B-B14F-4D97-AF65-F5344CB8AC3E}">
        <p14:creationId xmlns:p14="http://schemas.microsoft.com/office/powerpoint/2010/main" val="196801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759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0FEA259-6786-F84B-AA1E-DDA29BB19434}"/>
              </a:ext>
            </a:extLst>
          </p:cNvPr>
          <p:cNvSpPr/>
          <p:nvPr/>
        </p:nvSpPr>
        <p:spPr>
          <a:xfrm>
            <a:off x="0" y="-38637"/>
            <a:ext cx="12192000" cy="7029766"/>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3">
            <a:extLst>
              <a:ext uri="{FF2B5EF4-FFF2-40B4-BE49-F238E27FC236}">
                <a16:creationId xmlns:a16="http://schemas.microsoft.com/office/drawing/2014/main" id="{19E3CE48-65A1-DA4F-A760-9A0F4BA4E709}"/>
              </a:ext>
            </a:extLst>
          </p:cNvPr>
          <p:cNvSpPr>
            <a:spLocks noGrp="1"/>
          </p:cNvSpPr>
          <p:nvPr>
            <p:ph type="title"/>
          </p:nvPr>
        </p:nvSpPr>
        <p:spPr>
          <a:xfrm>
            <a:off x="838200" y="365125"/>
            <a:ext cx="10656194" cy="1325563"/>
          </a:xfrm>
        </p:spPr>
        <p:txBody>
          <a:bodyPr>
            <a:normAutofit/>
          </a:bodyPr>
          <a:lstStyle/>
          <a:p>
            <a:pPr algn="ctr"/>
            <a:r>
              <a:rPr lang="en-CA" dirty="0"/>
              <a:t>Java 21 El switch con pattern matching.</a:t>
            </a:r>
          </a:p>
        </p:txBody>
      </p:sp>
      <p:sp>
        <p:nvSpPr>
          <p:cNvPr id="6" name="Content Placeholder 5">
            <a:extLst>
              <a:ext uri="{FF2B5EF4-FFF2-40B4-BE49-F238E27FC236}">
                <a16:creationId xmlns:a16="http://schemas.microsoft.com/office/drawing/2014/main" id="{AE9DABC3-01B2-B733-ABF9-FD3EF8339373}"/>
              </a:ext>
            </a:extLst>
          </p:cNvPr>
          <p:cNvSpPr>
            <a:spLocks noGrp="1"/>
          </p:cNvSpPr>
          <p:nvPr>
            <p:ph idx="1"/>
          </p:nvPr>
        </p:nvSpPr>
        <p:spPr>
          <a:xfrm>
            <a:off x="1865992" y="1628330"/>
            <a:ext cx="10210393" cy="3313050"/>
          </a:xfrm>
        </p:spPr>
        <p:txBody>
          <a:bodyPr>
            <a:noAutofit/>
          </a:bodyPr>
          <a:lstStyle/>
          <a:p>
            <a:pPr marL="0" indent="0">
              <a:buNone/>
            </a:pPr>
            <a:r>
              <a:rPr lang="en-CA" sz="2400" b="1" dirty="0">
                <a:latin typeface="Consolas" panose="020B0609020204030204" pitchFamily="49" charset="0"/>
              </a:rPr>
              <a:t>Object x = "4";</a:t>
            </a:r>
          </a:p>
          <a:p>
            <a:pPr marL="0" indent="0">
              <a:buNone/>
            </a:pPr>
            <a:r>
              <a:rPr lang="en-CA" sz="2400" b="1" dirty="0">
                <a:latin typeface="Consolas" panose="020B0609020204030204" pitchFamily="49" charset="0"/>
              </a:rPr>
              <a:t>String designation = switch (x) {</a:t>
            </a:r>
          </a:p>
          <a:p>
            <a:pPr marL="0" indent="0">
              <a:buNone/>
            </a:pPr>
            <a:r>
              <a:rPr lang="en-US" sz="2400" b="1" dirty="0">
                <a:latin typeface="Consolas" panose="020B0609020204030204" pitchFamily="49" charset="0"/>
              </a:rPr>
              <a:t>    // </a:t>
            </a:r>
            <a:r>
              <a:rPr lang="en-US" sz="2400" b="1" dirty="0">
                <a:solidFill>
                  <a:schemeClr val="tx1">
                    <a:lumMod val="75000"/>
                  </a:schemeClr>
                </a:solidFill>
                <a:latin typeface="Consolas" panose="020B0609020204030204" pitchFamily="49" charset="0"/>
              </a:rPr>
              <a:t>case Integer i when i &gt; 4 &amp;&amp; i &lt; 12 -&gt; "child";</a:t>
            </a:r>
            <a:endParaRPr lang="en-CA" sz="2400" b="1" dirty="0">
              <a:solidFill>
                <a:schemeClr val="tx1">
                  <a:lumMod val="75000"/>
                </a:schemeClr>
              </a:solidFill>
              <a:latin typeface="Consolas" panose="020B0609020204030204" pitchFamily="49" charset="0"/>
            </a:endParaRPr>
          </a:p>
          <a:p>
            <a:pPr marL="0" indent="0">
              <a:buNone/>
            </a:pPr>
            <a:r>
              <a:rPr lang="en-CA" sz="2400" b="1" dirty="0">
                <a:latin typeface="Consolas" panose="020B0609020204030204" pitchFamily="49" charset="0"/>
              </a:rPr>
              <a:t>    case Integer i when i &lt; 12 -&gt; "child";</a:t>
            </a:r>
          </a:p>
          <a:p>
            <a:pPr marL="0" indent="0">
              <a:buNone/>
            </a:pPr>
            <a:r>
              <a:rPr lang="en-CA" sz="2400" b="1" dirty="0">
                <a:latin typeface="Consolas" panose="020B0609020204030204" pitchFamily="49" charset="0"/>
              </a:rPr>
              <a:t>    case Integer i when i &lt; 18 -&gt; "teenager";</a:t>
            </a:r>
          </a:p>
          <a:p>
            <a:pPr marL="0" indent="0">
              <a:buNone/>
            </a:pPr>
            <a:r>
              <a:rPr lang="en-CA" sz="2400" b="1" dirty="0">
                <a:latin typeface="Consolas" panose="020B0609020204030204" pitchFamily="49" charset="0"/>
              </a:rPr>
              <a:t>    case Integer i when i &lt; 25 -&gt; "young adult";</a:t>
            </a:r>
          </a:p>
          <a:p>
            <a:pPr marL="0" indent="0">
              <a:buNone/>
            </a:pPr>
            <a:r>
              <a:rPr lang="en-CA" sz="2400" b="1" dirty="0">
                <a:latin typeface="Consolas" panose="020B0609020204030204" pitchFamily="49" charset="0"/>
              </a:rPr>
              <a:t>    case Integer i when i &lt; 65 -&gt; "adult";</a:t>
            </a:r>
          </a:p>
          <a:p>
            <a:pPr marL="0" indent="0">
              <a:buNone/>
            </a:pPr>
            <a:r>
              <a:rPr lang="en-CA" sz="2400" b="1" dirty="0">
                <a:latin typeface="Consolas" panose="020B0609020204030204" pitchFamily="49" charset="0"/>
              </a:rPr>
              <a:t>    case Integer i when i &gt;= 65 -&gt; "senior";</a:t>
            </a:r>
          </a:p>
          <a:p>
            <a:pPr marL="0" indent="0">
              <a:buNone/>
            </a:pPr>
            <a:r>
              <a:rPr lang="en-CA" sz="2400" b="1" dirty="0">
                <a:latin typeface="Consolas" panose="020B0609020204030204" pitchFamily="49" charset="0"/>
              </a:rPr>
              <a:t>    default -&gt; "Not an Integer";</a:t>
            </a:r>
          </a:p>
          <a:p>
            <a:pPr marL="0" indent="0">
              <a:buNone/>
            </a:pPr>
            <a:r>
              <a:rPr lang="en-CA" sz="2400" b="1" dirty="0">
                <a:latin typeface="Consolas" panose="020B0609020204030204" pitchFamily="49" charset="0"/>
              </a:rPr>
              <a:t>};</a:t>
            </a:r>
          </a:p>
          <a:p>
            <a:pPr marL="0" indent="0">
              <a:buNone/>
            </a:pPr>
            <a:r>
              <a:rPr lang="en-CA" sz="2400" b="1" dirty="0" err="1">
                <a:latin typeface="Consolas" panose="020B0609020204030204" pitchFamily="49" charset="0"/>
              </a:rPr>
              <a:t>System.out.printf</a:t>
            </a:r>
            <a:r>
              <a:rPr lang="en-CA" sz="2400" b="1" dirty="0">
                <a:latin typeface="Consolas" panose="020B0609020204030204" pitchFamily="49" charset="0"/>
              </a:rPr>
              <a:t>("Designation is %</a:t>
            </a:r>
            <a:r>
              <a:rPr lang="en-CA" sz="2400" b="1" dirty="0" err="1">
                <a:latin typeface="Consolas" panose="020B0609020204030204" pitchFamily="49" charset="0"/>
              </a:rPr>
              <a:t>s%n</a:t>
            </a:r>
            <a:r>
              <a:rPr lang="en-CA" sz="2400" b="1" dirty="0">
                <a:latin typeface="Consolas" panose="020B0609020204030204" pitchFamily="49" charset="0"/>
              </a:rPr>
              <a:t>", designation);</a:t>
            </a:r>
          </a:p>
        </p:txBody>
      </p:sp>
    </p:spTree>
    <p:extLst>
      <p:ext uri="{BB962C8B-B14F-4D97-AF65-F5344CB8AC3E}">
        <p14:creationId xmlns:p14="http://schemas.microsoft.com/office/powerpoint/2010/main" val="3300932460"/>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4FA86C-D29C-15D3-64F7-5D395700AD36}"/>
              </a:ext>
            </a:extLst>
          </p:cNvPr>
          <p:cNvSpPr>
            <a:spLocks noGrp="1"/>
          </p:cNvSpPr>
          <p:nvPr>
            <p:ph type="title"/>
          </p:nvPr>
        </p:nvSpPr>
        <p:spPr>
          <a:xfrm>
            <a:off x="686834" y="1153572"/>
            <a:ext cx="3200400" cy="4461163"/>
          </a:xfrm>
        </p:spPr>
        <p:txBody>
          <a:bodyPr>
            <a:normAutofit/>
          </a:bodyPr>
          <a:lstStyle/>
          <a:p>
            <a:r>
              <a:rPr lang="en-US">
                <a:solidFill>
                  <a:srgbClr val="FFFFFF"/>
                </a:solidFill>
              </a:rPr>
              <a:t>Funciones en vista previa (Preview Features)</a:t>
            </a:r>
            <a:endParaRPr lang="en-CA">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A8C8AE4-7F39-800F-43E1-B7F8AD6CCDC8}"/>
              </a:ext>
            </a:extLst>
          </p:cNvPr>
          <p:cNvSpPr>
            <a:spLocks noGrp="1"/>
          </p:cNvSpPr>
          <p:nvPr>
            <p:ph idx="1"/>
          </p:nvPr>
        </p:nvSpPr>
        <p:spPr>
          <a:xfrm>
            <a:off x="4233042" y="591344"/>
            <a:ext cx="7958958" cy="5585619"/>
          </a:xfrm>
        </p:spPr>
        <p:txBody>
          <a:bodyPr anchor="ctr">
            <a:normAutofit/>
          </a:bodyPr>
          <a:lstStyle/>
          <a:p>
            <a:r>
              <a:rPr lang="en-US" dirty="0"/>
              <a:t>Las nuevas funciones del lenguaje Java no están disponibles de inmediato</a:t>
            </a:r>
          </a:p>
          <a:p>
            <a:r>
              <a:rPr lang="en-US" dirty="0"/>
              <a:t>Se designan como funciones Preview y debe activarse una opción en la línea de comandos o en su IDE.</a:t>
            </a:r>
          </a:p>
          <a:p>
            <a:pPr marL="0" indent="0">
              <a:buNone/>
            </a:pPr>
            <a:r>
              <a:rPr lang="en-US" sz="2600" dirty="0" err="1">
                <a:latin typeface="Consolas" panose="020B0609020204030204" pitchFamily="49" charset="0"/>
              </a:rPr>
              <a:t>javac</a:t>
            </a:r>
            <a:r>
              <a:rPr lang="en-US" sz="800" dirty="0">
                <a:latin typeface="Consolas" panose="020B0609020204030204" pitchFamily="49" charset="0"/>
              </a:rPr>
              <a:t> </a:t>
            </a:r>
            <a:r>
              <a:rPr lang="en-US" sz="2600" dirty="0">
                <a:latin typeface="Consolas" panose="020B0609020204030204" pitchFamily="49" charset="0"/>
              </a:rPr>
              <a:t>--enable-preview Main.java</a:t>
            </a:r>
          </a:p>
          <a:p>
            <a:pPr marL="0" indent="0">
              <a:buNone/>
            </a:pPr>
            <a:r>
              <a:rPr lang="en-US" sz="2600" dirty="0">
                <a:latin typeface="Consolas" panose="020B0609020204030204" pitchFamily="49" charset="0"/>
              </a:rPr>
              <a:t>java</a:t>
            </a:r>
            <a:r>
              <a:rPr lang="en-US" sz="800" dirty="0">
                <a:latin typeface="Consolas" panose="020B0609020204030204" pitchFamily="49" charset="0"/>
              </a:rPr>
              <a:t> </a:t>
            </a:r>
            <a:r>
              <a:rPr lang="en-US" sz="2600" dirty="0">
                <a:latin typeface="Consolas" panose="020B0609020204030204" pitchFamily="49" charset="0"/>
              </a:rPr>
              <a:t>--enable-preview Main</a:t>
            </a:r>
          </a:p>
          <a:p>
            <a:pPr marL="0" indent="0">
              <a:buNone/>
            </a:pPr>
            <a:endParaRPr lang="en-US" dirty="0">
              <a:latin typeface="Consolas" panose="020B0609020204030204" pitchFamily="49" charset="0"/>
            </a:endParaRPr>
          </a:p>
          <a:p>
            <a:r>
              <a:rPr lang="en-US" dirty="0"/>
              <a:t>O usando el lanzador de código fuente</a:t>
            </a:r>
          </a:p>
          <a:p>
            <a:pPr marL="0" indent="0">
              <a:buNone/>
            </a:pPr>
            <a:r>
              <a:rPr lang="en-US" sz="2600" dirty="0">
                <a:latin typeface="Consolas" panose="020B0609020204030204" pitchFamily="49" charset="0"/>
              </a:rPr>
              <a:t>java --enable-preview Main.java</a:t>
            </a:r>
          </a:p>
          <a:p>
            <a:pPr marL="0" indent="0">
              <a:buNone/>
            </a:pPr>
            <a:endParaRPr lang="en-CA" dirty="0"/>
          </a:p>
        </p:txBody>
      </p:sp>
    </p:spTree>
    <p:extLst>
      <p:ext uri="{BB962C8B-B14F-4D97-AF65-F5344CB8AC3E}">
        <p14:creationId xmlns:p14="http://schemas.microsoft.com/office/powerpoint/2010/main" val="761072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E6949-18F2-4E53-BC79-1E38140E140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4BE52E6-7A5B-EF0B-2148-B0753C378FE3}"/>
              </a:ext>
            </a:extLst>
          </p:cNvPr>
          <p:cNvSpPr/>
          <p:nvPr/>
        </p:nvSpPr>
        <p:spPr>
          <a:xfrm>
            <a:off x="0" y="-38637"/>
            <a:ext cx="12192000" cy="7029766"/>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3">
            <a:extLst>
              <a:ext uri="{FF2B5EF4-FFF2-40B4-BE49-F238E27FC236}">
                <a16:creationId xmlns:a16="http://schemas.microsoft.com/office/drawing/2014/main" id="{28B728D1-E7FD-B4CB-D321-2C10BBAEE597}"/>
              </a:ext>
            </a:extLst>
          </p:cNvPr>
          <p:cNvSpPr>
            <a:spLocks noGrp="1"/>
          </p:cNvSpPr>
          <p:nvPr>
            <p:ph type="title"/>
          </p:nvPr>
        </p:nvSpPr>
        <p:spPr>
          <a:xfrm>
            <a:off x="838200" y="365125"/>
            <a:ext cx="10656194" cy="1325563"/>
          </a:xfrm>
        </p:spPr>
        <p:txBody>
          <a:bodyPr>
            <a:normAutofit/>
          </a:bodyPr>
          <a:lstStyle/>
          <a:p>
            <a:pPr algn="ctr"/>
            <a:r>
              <a:rPr lang="en-CA" dirty="0">
                <a:solidFill>
                  <a:schemeClr val="bg1"/>
                </a:solidFill>
              </a:rPr>
              <a:t>Java 25 El switch con pattern matching de tipos primitivos (Preview).</a:t>
            </a:r>
          </a:p>
        </p:txBody>
      </p:sp>
      <p:sp>
        <p:nvSpPr>
          <p:cNvPr id="6" name="Content Placeholder 5">
            <a:extLst>
              <a:ext uri="{FF2B5EF4-FFF2-40B4-BE49-F238E27FC236}">
                <a16:creationId xmlns:a16="http://schemas.microsoft.com/office/drawing/2014/main" id="{5CF4F600-DE7C-947D-7389-2DAFFDAC8C49}"/>
              </a:ext>
            </a:extLst>
          </p:cNvPr>
          <p:cNvSpPr>
            <a:spLocks noGrp="1"/>
          </p:cNvSpPr>
          <p:nvPr>
            <p:ph idx="1"/>
          </p:nvPr>
        </p:nvSpPr>
        <p:spPr>
          <a:xfrm>
            <a:off x="1865992" y="1628330"/>
            <a:ext cx="10210393" cy="3313050"/>
          </a:xfrm>
        </p:spPr>
        <p:txBody>
          <a:bodyPr>
            <a:noAutofit/>
          </a:bodyPr>
          <a:lstStyle/>
          <a:p>
            <a:pPr marL="0" indent="0">
              <a:buNone/>
            </a:pPr>
            <a:r>
              <a:rPr lang="en-CA" sz="2400" b="1" dirty="0">
                <a:solidFill>
                  <a:schemeClr val="bg1"/>
                </a:solidFill>
                <a:latin typeface="Consolas" panose="020B0609020204030204" pitchFamily="49" charset="0"/>
              </a:rPr>
              <a:t>int x = 4;</a:t>
            </a:r>
          </a:p>
          <a:p>
            <a:pPr marL="0" indent="0">
              <a:buNone/>
            </a:pPr>
            <a:r>
              <a:rPr lang="en-CA" sz="2400" b="1" dirty="0">
                <a:solidFill>
                  <a:schemeClr val="bg1"/>
                </a:solidFill>
                <a:latin typeface="Consolas" panose="020B0609020204030204" pitchFamily="49" charset="0"/>
              </a:rPr>
              <a:t>String designation = switch (x) {</a:t>
            </a:r>
          </a:p>
          <a:p>
            <a:pPr marL="0" indent="0">
              <a:buNone/>
            </a:pPr>
            <a:r>
              <a:rPr lang="en-US" sz="2400" b="1" dirty="0">
                <a:solidFill>
                  <a:schemeClr val="bg1"/>
                </a:solidFill>
                <a:latin typeface="Consolas" panose="020B0609020204030204" pitchFamily="49" charset="0"/>
              </a:rPr>
              <a:t>    // case Integer i when i &gt; 4 &amp;&amp; i &lt; 12 -&gt; "child";</a:t>
            </a:r>
            <a:endParaRPr lang="en-CA" sz="2400" b="1" dirty="0">
              <a:solidFill>
                <a:schemeClr val="bg1"/>
              </a:solidFill>
              <a:latin typeface="Consolas" panose="020B0609020204030204" pitchFamily="49" charset="0"/>
            </a:endParaRPr>
          </a:p>
          <a:p>
            <a:pPr marL="0" indent="0">
              <a:buNone/>
            </a:pPr>
            <a:r>
              <a:rPr lang="en-CA" sz="2400" b="1" dirty="0">
                <a:solidFill>
                  <a:schemeClr val="bg1"/>
                </a:solidFill>
                <a:latin typeface="Consolas" panose="020B0609020204030204" pitchFamily="49" charset="0"/>
              </a:rPr>
              <a:t>    case int i when i &lt; 12 -&gt; "child";</a:t>
            </a:r>
          </a:p>
          <a:p>
            <a:pPr marL="0" indent="0">
              <a:buNone/>
            </a:pPr>
            <a:r>
              <a:rPr lang="en-CA" sz="2400" b="1" dirty="0">
                <a:solidFill>
                  <a:schemeClr val="bg1"/>
                </a:solidFill>
                <a:latin typeface="Consolas" panose="020B0609020204030204" pitchFamily="49" charset="0"/>
              </a:rPr>
              <a:t>    case int i when i &lt; 18 -&gt; "teenager";</a:t>
            </a:r>
          </a:p>
          <a:p>
            <a:pPr marL="0" indent="0">
              <a:buNone/>
            </a:pPr>
            <a:r>
              <a:rPr lang="en-CA" sz="2400" b="1" dirty="0">
                <a:solidFill>
                  <a:schemeClr val="bg1"/>
                </a:solidFill>
                <a:latin typeface="Consolas" panose="020B0609020204030204" pitchFamily="49" charset="0"/>
              </a:rPr>
              <a:t>    case int i when i &lt; 25 -&gt; "young adult";</a:t>
            </a:r>
          </a:p>
          <a:p>
            <a:pPr marL="0" indent="0">
              <a:buNone/>
            </a:pPr>
            <a:r>
              <a:rPr lang="en-CA" sz="2400" b="1" dirty="0">
                <a:solidFill>
                  <a:schemeClr val="bg1"/>
                </a:solidFill>
                <a:latin typeface="Consolas" panose="020B0609020204030204" pitchFamily="49" charset="0"/>
              </a:rPr>
              <a:t>    case int i when i &lt; 65 -&gt; "adult";</a:t>
            </a:r>
          </a:p>
          <a:p>
            <a:pPr marL="0" indent="0">
              <a:buNone/>
            </a:pPr>
            <a:r>
              <a:rPr lang="en-CA" sz="2400" b="1" dirty="0">
                <a:solidFill>
                  <a:schemeClr val="bg1"/>
                </a:solidFill>
                <a:latin typeface="Consolas" panose="020B0609020204030204" pitchFamily="49" charset="0"/>
              </a:rPr>
              <a:t>    case int i when i &gt;= 65 -&gt; "senior";</a:t>
            </a:r>
          </a:p>
          <a:p>
            <a:pPr marL="0" indent="0">
              <a:buNone/>
            </a:pPr>
            <a:r>
              <a:rPr lang="en-CA" sz="2400" b="1" dirty="0">
                <a:solidFill>
                  <a:schemeClr val="bg1"/>
                </a:solidFill>
                <a:latin typeface="Consolas" panose="020B0609020204030204" pitchFamily="49" charset="0"/>
              </a:rPr>
              <a:t>    default -&gt; "Not an Integer";</a:t>
            </a:r>
          </a:p>
          <a:p>
            <a:pPr marL="0" indent="0">
              <a:buNone/>
            </a:pPr>
            <a:r>
              <a:rPr lang="en-CA" sz="2400" b="1" dirty="0">
                <a:solidFill>
                  <a:schemeClr val="bg1"/>
                </a:solidFill>
                <a:latin typeface="Consolas" panose="020B0609020204030204" pitchFamily="49" charset="0"/>
              </a:rPr>
              <a:t>};</a:t>
            </a:r>
          </a:p>
          <a:p>
            <a:pPr marL="0" indent="0">
              <a:buNone/>
            </a:pPr>
            <a:r>
              <a:rPr lang="en-CA" sz="2400" b="1" dirty="0" err="1">
                <a:solidFill>
                  <a:schemeClr val="bg1"/>
                </a:solidFill>
                <a:latin typeface="Consolas" panose="020B0609020204030204" pitchFamily="49" charset="0"/>
              </a:rPr>
              <a:t>System.out.printf</a:t>
            </a:r>
            <a:r>
              <a:rPr lang="en-CA" sz="2400" b="1" dirty="0">
                <a:solidFill>
                  <a:schemeClr val="bg1"/>
                </a:solidFill>
                <a:latin typeface="Consolas" panose="020B0609020204030204" pitchFamily="49" charset="0"/>
              </a:rPr>
              <a:t>("Designation is %</a:t>
            </a:r>
            <a:r>
              <a:rPr lang="en-CA" sz="2400" b="1" dirty="0" err="1">
                <a:solidFill>
                  <a:schemeClr val="bg1"/>
                </a:solidFill>
                <a:latin typeface="Consolas" panose="020B0609020204030204" pitchFamily="49" charset="0"/>
              </a:rPr>
              <a:t>s%n</a:t>
            </a:r>
            <a:r>
              <a:rPr lang="en-CA" sz="2400" b="1" dirty="0">
                <a:solidFill>
                  <a:schemeClr val="bg1"/>
                </a:solidFill>
                <a:latin typeface="Consolas" panose="020B0609020204030204" pitchFamily="49" charset="0"/>
              </a:rPr>
              <a:t>", designation);</a:t>
            </a:r>
          </a:p>
        </p:txBody>
      </p:sp>
    </p:spTree>
    <p:extLst>
      <p:ext uri="{BB962C8B-B14F-4D97-AF65-F5344CB8AC3E}">
        <p14:creationId xmlns:p14="http://schemas.microsoft.com/office/powerpoint/2010/main" val="41373325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4">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C6F4A31E-1E81-4C7A-B86F-A81C42F7AF8B}"/>
              </a:ext>
            </a:extLst>
          </p:cNvPr>
          <p:cNvGraphicFramePr>
            <a:graphicFrameLocks noGrp="1"/>
          </p:cNvGraphicFramePr>
          <p:nvPr>
            <p:ph idx="1"/>
            <p:extLst>
              <p:ext uri="{D42A27DB-BD31-4B8C-83A1-F6EECF244321}">
                <p14:modId xmlns:p14="http://schemas.microsoft.com/office/powerpoint/2010/main" val="3416469025"/>
              </p:ext>
            </p:extLst>
          </p:nvPr>
        </p:nvGraphicFramePr>
        <p:xfrm>
          <a:off x="5468389" y="110359"/>
          <a:ext cx="6263640" cy="66136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6">
            <a:extLst>
              <a:ext uri="{FF2B5EF4-FFF2-40B4-BE49-F238E27FC236}">
                <a16:creationId xmlns:a16="http://schemas.microsoft.com/office/drawing/2014/main" id="{9DC34C55-0A2A-FB4C-A684-6B3736AF6546}"/>
              </a:ext>
            </a:extLst>
          </p:cNvPr>
          <p:cNvSpPr/>
          <p:nvPr/>
        </p:nvSpPr>
        <p:spPr>
          <a:xfrm>
            <a:off x="-16042" y="0"/>
            <a:ext cx="5109251" cy="6874042"/>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916B9A69-7C1A-6142-8BB8-615F9F4101F4}"/>
              </a:ext>
            </a:extLst>
          </p:cNvPr>
          <p:cNvSpPr>
            <a:spLocks noGrp="1"/>
          </p:cNvSpPr>
          <p:nvPr>
            <p:ph type="title"/>
          </p:nvPr>
        </p:nvSpPr>
        <p:spPr>
          <a:xfrm>
            <a:off x="524741" y="268014"/>
            <a:ext cx="3808268" cy="6400800"/>
          </a:xfrm>
        </p:spPr>
        <p:txBody>
          <a:bodyPr>
            <a:normAutofit/>
          </a:bodyPr>
          <a:lstStyle/>
          <a:p>
            <a:r>
              <a:rPr lang="en-CA" b="1" dirty="0">
                <a:solidFill>
                  <a:schemeClr val="bg1"/>
                </a:solidFill>
              </a:rPr>
              <a:t>records</a:t>
            </a:r>
            <a:r>
              <a:rPr lang="en-CA" dirty="0">
                <a:solidFill>
                  <a:schemeClr val="bg1"/>
                </a:solidFill>
              </a:rPr>
              <a:t> – reducción de código repetitivo con un toque de inmutabilidad y una pizca de constructor compacto</a:t>
            </a:r>
            <a:br>
              <a:rPr lang="en-CA" dirty="0">
                <a:solidFill>
                  <a:schemeClr val="bg1"/>
                </a:solidFill>
              </a:rPr>
            </a:br>
            <a:r>
              <a:rPr lang="en-CA" dirty="0">
                <a:solidFill>
                  <a:schemeClr val="bg1"/>
                </a:solidFill>
              </a:rPr>
              <a:t>JDK 16</a:t>
            </a:r>
          </a:p>
        </p:txBody>
      </p:sp>
    </p:spTree>
    <p:extLst>
      <p:ext uri="{BB962C8B-B14F-4D97-AF65-F5344CB8AC3E}">
        <p14:creationId xmlns:p14="http://schemas.microsoft.com/office/powerpoint/2010/main" val="38908028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8E35B83-1EC3-4F87-9D54-D86346335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7636" y="1957388"/>
            <a:ext cx="10396728"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6EA5F6F1-45BD-3E4B-85EC-FCB0A9F59DF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F62C0245-0AA4-9341-9709-B28749C7953F}"/>
              </a:ext>
            </a:extLst>
          </p:cNvPr>
          <p:cNvSpPr>
            <a:spLocks noGrp="1"/>
          </p:cNvSpPr>
          <p:nvPr>
            <p:ph type="title"/>
          </p:nvPr>
        </p:nvSpPr>
        <p:spPr>
          <a:xfrm>
            <a:off x="838200" y="565027"/>
            <a:ext cx="10515600" cy="1325563"/>
          </a:xfrm>
        </p:spPr>
        <p:txBody>
          <a:bodyPr>
            <a:noAutofit/>
          </a:bodyPr>
          <a:lstStyle/>
          <a:p>
            <a:r>
              <a:rPr lang="en-CA" sz="3200" dirty="0">
                <a:solidFill>
                  <a:srgbClr val="007590"/>
                </a:solidFill>
              </a:rPr>
              <a:t>Sin setters, solo simples getters. </a:t>
            </a:r>
            <a:br>
              <a:rPr lang="en-CA" sz="3200" dirty="0">
                <a:solidFill>
                  <a:srgbClr val="007590"/>
                </a:solidFill>
              </a:rPr>
            </a:br>
            <a:r>
              <a:rPr lang="en-CA" sz="3200" dirty="0">
                <a:solidFill>
                  <a:srgbClr val="007590"/>
                </a:solidFill>
              </a:rPr>
              <a:t>equals implícito, </a:t>
            </a:r>
            <a:r>
              <a:rPr lang="en-CA" sz="3200" dirty="0" err="1">
                <a:solidFill>
                  <a:srgbClr val="007590"/>
                </a:solidFill>
              </a:rPr>
              <a:t>hashCode</a:t>
            </a:r>
            <a:r>
              <a:rPr lang="en-CA" sz="3200" dirty="0">
                <a:solidFill>
                  <a:srgbClr val="007590"/>
                </a:solidFill>
              </a:rPr>
              <a:t> y </a:t>
            </a:r>
            <a:r>
              <a:rPr lang="en-CA" sz="3200" dirty="0" err="1">
                <a:solidFill>
                  <a:srgbClr val="007590"/>
                </a:solidFill>
              </a:rPr>
              <a:t>toString</a:t>
            </a:r>
            <a:r>
              <a:rPr lang="en-CA" sz="3200" dirty="0">
                <a:solidFill>
                  <a:srgbClr val="007590"/>
                </a:solidFill>
              </a:rPr>
              <a:t>.</a:t>
            </a:r>
            <a:br>
              <a:rPr lang="en-CA" sz="3200" dirty="0">
                <a:solidFill>
                  <a:srgbClr val="007590"/>
                </a:solidFill>
              </a:rPr>
            </a:br>
            <a:r>
              <a:rPr lang="en-CA" sz="3200" dirty="0">
                <a:solidFill>
                  <a:srgbClr val="007590"/>
                </a:solidFill>
              </a:rPr>
              <a:t>Y qué agradable constructor compacto para la validación.</a:t>
            </a:r>
          </a:p>
        </p:txBody>
      </p:sp>
      <p:sp>
        <p:nvSpPr>
          <p:cNvPr id="11" name="Content Placeholder 2">
            <a:extLst>
              <a:ext uri="{FF2B5EF4-FFF2-40B4-BE49-F238E27FC236}">
                <a16:creationId xmlns:a16="http://schemas.microsoft.com/office/drawing/2014/main" id="{27980271-0D46-DA47-B8B5-F05014CB62C8}"/>
              </a:ext>
            </a:extLst>
          </p:cNvPr>
          <p:cNvSpPr>
            <a:spLocks noGrp="1"/>
          </p:cNvSpPr>
          <p:nvPr>
            <p:ph idx="1"/>
          </p:nvPr>
        </p:nvSpPr>
        <p:spPr>
          <a:xfrm>
            <a:off x="838200" y="2260462"/>
            <a:ext cx="11032236" cy="4542362"/>
          </a:xfrm>
        </p:spPr>
        <p:txBody>
          <a:bodyPr>
            <a:normAutofit/>
          </a:bodyPr>
          <a:lstStyle/>
          <a:p>
            <a:pPr marL="0" indent="0">
              <a:spcBef>
                <a:spcPts val="400"/>
              </a:spcBef>
              <a:buNone/>
            </a:pPr>
            <a:r>
              <a:rPr lang="en-CA" sz="2400" b="1" dirty="0">
                <a:solidFill>
                  <a:schemeClr val="tx1">
                    <a:lumMod val="85000"/>
                    <a:lumOff val="15000"/>
                  </a:schemeClr>
                </a:solidFill>
                <a:latin typeface="Consolas" panose="020B0609020204030204" pitchFamily="49" charset="0"/>
              </a:rPr>
              <a:t>public record Person(String </a:t>
            </a:r>
            <a:r>
              <a:rPr lang="en-CA" sz="2400" b="1" dirty="0" err="1">
                <a:solidFill>
                  <a:schemeClr val="tx1">
                    <a:lumMod val="85000"/>
                    <a:lumOff val="15000"/>
                  </a:schemeClr>
                </a:solidFill>
                <a:latin typeface="Consolas" panose="020B0609020204030204" pitchFamily="49" charset="0"/>
              </a:rPr>
              <a:t>firstName</a:t>
            </a:r>
            <a:r>
              <a:rPr lang="en-CA" sz="2400" b="1" dirty="0">
                <a:solidFill>
                  <a:schemeClr val="tx1">
                    <a:lumMod val="85000"/>
                    <a:lumOff val="15000"/>
                  </a:schemeClr>
                </a:solidFill>
                <a:latin typeface="Consolas" panose="020B0609020204030204" pitchFamily="49" charset="0"/>
              </a:rPr>
              <a:t>,</a:t>
            </a:r>
          </a:p>
          <a:p>
            <a:pPr marL="0" indent="0">
              <a:spcBef>
                <a:spcPts val="400"/>
              </a:spcBef>
              <a:buNone/>
            </a:pPr>
            <a:r>
              <a:rPr lang="en-CA" sz="2400" b="1" dirty="0">
                <a:solidFill>
                  <a:schemeClr val="tx1">
                    <a:lumMod val="85000"/>
                    <a:lumOff val="15000"/>
                  </a:schemeClr>
                </a:solidFill>
                <a:latin typeface="Consolas" panose="020B0609020204030204" pitchFamily="49" charset="0"/>
              </a:rPr>
              <a:t>                     String </a:t>
            </a:r>
            <a:r>
              <a:rPr lang="en-CA" sz="2400" b="1" dirty="0" err="1">
                <a:solidFill>
                  <a:schemeClr val="tx1">
                    <a:lumMod val="85000"/>
                    <a:lumOff val="15000"/>
                  </a:schemeClr>
                </a:solidFill>
                <a:latin typeface="Consolas" panose="020B0609020204030204" pitchFamily="49" charset="0"/>
              </a:rPr>
              <a:t>lastName</a:t>
            </a:r>
            <a:r>
              <a:rPr lang="en-CA" sz="2400" b="1" dirty="0">
                <a:solidFill>
                  <a:schemeClr val="tx1">
                    <a:lumMod val="85000"/>
                    <a:lumOff val="15000"/>
                  </a:schemeClr>
                </a:solidFill>
                <a:latin typeface="Consolas" panose="020B0609020204030204" pitchFamily="49" charset="0"/>
              </a:rPr>
              <a:t>,</a:t>
            </a:r>
          </a:p>
          <a:p>
            <a:pPr marL="0" indent="0">
              <a:spcBef>
                <a:spcPts val="400"/>
              </a:spcBef>
              <a:buNone/>
            </a:pPr>
            <a:r>
              <a:rPr lang="en-CA" sz="2400" b="1" dirty="0">
                <a:solidFill>
                  <a:schemeClr val="tx1">
                    <a:lumMod val="85000"/>
                    <a:lumOff val="15000"/>
                  </a:schemeClr>
                </a:solidFill>
                <a:latin typeface="Consolas" panose="020B0609020204030204" pitchFamily="49" charset="0"/>
              </a:rPr>
              <a:t>                     int age,</a:t>
            </a:r>
          </a:p>
          <a:p>
            <a:pPr marL="0" indent="0">
              <a:spcBef>
                <a:spcPts val="400"/>
              </a:spcBef>
              <a:buNone/>
            </a:pPr>
            <a:r>
              <a:rPr lang="en-CA" sz="2400" b="1" dirty="0">
                <a:solidFill>
                  <a:schemeClr val="tx1">
                    <a:lumMod val="85000"/>
                    <a:lumOff val="15000"/>
                  </a:schemeClr>
                </a:solidFill>
                <a:latin typeface="Consolas" panose="020B0609020204030204" pitchFamily="49" charset="0"/>
              </a:rPr>
              <a:t>                     String </a:t>
            </a:r>
            <a:r>
              <a:rPr lang="en-CA" sz="2400" b="1" dirty="0" err="1">
                <a:solidFill>
                  <a:schemeClr val="tx1">
                    <a:lumMod val="85000"/>
                    <a:lumOff val="15000"/>
                  </a:schemeClr>
                </a:solidFill>
                <a:latin typeface="Consolas" panose="020B0609020204030204" pitchFamily="49" charset="0"/>
              </a:rPr>
              <a:t>postion</a:t>
            </a:r>
            <a:r>
              <a:rPr lang="en-CA" sz="2400" b="1" dirty="0">
                <a:solidFill>
                  <a:schemeClr val="tx1">
                    <a:lumMod val="85000"/>
                    <a:lumOff val="15000"/>
                  </a:schemeClr>
                </a:solidFill>
                <a:latin typeface="Consolas" panose="020B0609020204030204" pitchFamily="49" charset="0"/>
              </a:rPr>
              <a:t>,</a:t>
            </a:r>
          </a:p>
          <a:p>
            <a:pPr marL="0" indent="0">
              <a:spcBef>
                <a:spcPts val="400"/>
              </a:spcBef>
              <a:buNone/>
            </a:pPr>
            <a:r>
              <a:rPr lang="en-CA" sz="2400" b="1" dirty="0">
                <a:solidFill>
                  <a:schemeClr val="tx1">
                    <a:lumMod val="85000"/>
                    <a:lumOff val="15000"/>
                  </a:schemeClr>
                </a:solidFill>
                <a:latin typeface="Consolas" panose="020B0609020204030204" pitchFamily="49" charset="0"/>
              </a:rPr>
              <a:t>                     </a:t>
            </a:r>
            <a:r>
              <a:rPr lang="en-CA" sz="2400" b="1" dirty="0" err="1">
                <a:solidFill>
                  <a:schemeClr val="tx1">
                    <a:lumMod val="85000"/>
                    <a:lumOff val="15000"/>
                  </a:schemeClr>
                </a:solidFill>
                <a:latin typeface="Consolas" panose="020B0609020204030204" pitchFamily="49" charset="0"/>
              </a:rPr>
              <a:t>LocalDate</a:t>
            </a:r>
            <a:r>
              <a:rPr lang="en-CA" sz="2400" b="1" dirty="0">
                <a:solidFill>
                  <a:schemeClr val="tx1">
                    <a:lumMod val="85000"/>
                    <a:lumOff val="15000"/>
                  </a:schemeClr>
                </a:solidFill>
                <a:latin typeface="Consolas" panose="020B0609020204030204" pitchFamily="49" charset="0"/>
              </a:rPr>
              <a:t> birthday) {</a:t>
            </a:r>
          </a:p>
          <a:p>
            <a:pPr marL="0" indent="0">
              <a:spcBef>
                <a:spcPts val="400"/>
              </a:spcBef>
              <a:buNone/>
            </a:pPr>
            <a:r>
              <a:rPr lang="en-CA" sz="2400" b="1" dirty="0">
                <a:solidFill>
                  <a:schemeClr val="tx1">
                    <a:lumMod val="85000"/>
                    <a:lumOff val="15000"/>
                  </a:schemeClr>
                </a:solidFill>
                <a:latin typeface="Consolas" panose="020B0609020204030204" pitchFamily="49" charset="0"/>
              </a:rPr>
              <a:t>    public Person{  </a:t>
            </a:r>
          </a:p>
          <a:p>
            <a:pPr marL="0" indent="0">
              <a:spcBef>
                <a:spcPts val="400"/>
              </a:spcBef>
              <a:buNone/>
            </a:pPr>
            <a:r>
              <a:rPr lang="en-CA" sz="2400" b="1" dirty="0">
                <a:solidFill>
                  <a:schemeClr val="tx1">
                    <a:lumMod val="85000"/>
                    <a:lumOff val="15000"/>
                  </a:schemeClr>
                </a:solidFill>
                <a:latin typeface="Consolas" panose="020B0609020204030204" pitchFamily="49" charset="0"/>
              </a:rPr>
              <a:t>        if (age &lt; 18) { </a:t>
            </a:r>
          </a:p>
          <a:p>
            <a:pPr marL="0" indent="0">
              <a:spcBef>
                <a:spcPts val="400"/>
              </a:spcBef>
              <a:buNone/>
            </a:pPr>
            <a:r>
              <a:rPr lang="en-CA" sz="2400" b="1" dirty="0">
                <a:solidFill>
                  <a:schemeClr val="tx1">
                    <a:lumMod val="85000"/>
                    <a:lumOff val="15000"/>
                  </a:schemeClr>
                </a:solidFill>
                <a:latin typeface="Consolas" panose="020B0609020204030204" pitchFamily="49" charset="0"/>
              </a:rPr>
              <a:t>            throw new </a:t>
            </a:r>
            <a:r>
              <a:rPr lang="en-CA" sz="2400" b="1" dirty="0" err="1">
                <a:solidFill>
                  <a:schemeClr val="tx1">
                    <a:lumMod val="85000"/>
                    <a:lumOff val="15000"/>
                  </a:schemeClr>
                </a:solidFill>
                <a:latin typeface="Consolas" panose="020B0609020204030204" pitchFamily="49" charset="0"/>
              </a:rPr>
              <a:t>IllegalArgumentException</a:t>
            </a:r>
            <a:r>
              <a:rPr lang="en-CA" sz="2400" b="1" dirty="0">
                <a:solidFill>
                  <a:schemeClr val="tx1">
                    <a:lumMod val="85000"/>
                    <a:lumOff val="15000"/>
                  </a:schemeClr>
                </a:solidFill>
                <a:latin typeface="Consolas" panose="020B0609020204030204" pitchFamily="49" charset="0"/>
              </a:rPr>
              <a:t>("Too young"); </a:t>
            </a:r>
          </a:p>
          <a:p>
            <a:pPr marL="0" indent="0">
              <a:spcBef>
                <a:spcPts val="400"/>
              </a:spcBef>
              <a:buNone/>
            </a:pPr>
            <a:r>
              <a:rPr lang="en-CA" sz="2400" b="1" dirty="0">
                <a:solidFill>
                  <a:schemeClr val="tx1">
                    <a:lumMod val="85000"/>
                    <a:lumOff val="15000"/>
                  </a:schemeClr>
                </a:solidFill>
                <a:latin typeface="Consolas" panose="020B0609020204030204" pitchFamily="49" charset="0"/>
              </a:rPr>
              <a:t>        }</a:t>
            </a:r>
          </a:p>
          <a:p>
            <a:pPr marL="0" indent="0">
              <a:spcBef>
                <a:spcPts val="400"/>
              </a:spcBef>
              <a:buNone/>
            </a:pPr>
            <a:r>
              <a:rPr lang="en-CA" sz="2400" b="1" dirty="0">
                <a:solidFill>
                  <a:schemeClr val="tx1">
                    <a:lumMod val="85000"/>
                    <a:lumOff val="15000"/>
                  </a:schemeClr>
                </a:solidFill>
                <a:latin typeface="Consolas" panose="020B0609020204030204" pitchFamily="49" charset="0"/>
              </a:rPr>
              <a:t>   }</a:t>
            </a:r>
          </a:p>
          <a:p>
            <a:pPr marL="0" indent="0">
              <a:spcBef>
                <a:spcPts val="400"/>
              </a:spcBef>
              <a:buNone/>
            </a:pPr>
            <a:r>
              <a:rPr lang="en-CA" sz="2400" b="1" dirty="0">
                <a:solidFill>
                  <a:schemeClr val="tx1">
                    <a:lumMod val="85000"/>
                    <a:lumOff val="15000"/>
                  </a:schemeClr>
                </a:solidFill>
                <a:latin typeface="Consolas" panose="020B0609020204030204" pitchFamily="49" charset="0"/>
              </a:rPr>
              <a:t>}</a:t>
            </a:r>
          </a:p>
          <a:p>
            <a:endParaRPr lang="en-CA" sz="1500" dirty="0">
              <a:solidFill>
                <a:schemeClr val="tx1">
                  <a:lumMod val="85000"/>
                  <a:lumOff val="15000"/>
                </a:schemeClr>
              </a:solidFill>
            </a:endParaRPr>
          </a:p>
        </p:txBody>
      </p:sp>
    </p:spTree>
    <p:extLst>
      <p:ext uri="{BB962C8B-B14F-4D97-AF65-F5344CB8AC3E}">
        <p14:creationId xmlns:p14="http://schemas.microsoft.com/office/powerpoint/2010/main" val="33252800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Triangle 2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CC8FA0-E274-0355-F810-89C24093F186}"/>
              </a:ext>
            </a:extLst>
          </p:cNvPr>
          <p:cNvSpPr>
            <a:spLocks noGrp="1"/>
          </p:cNvSpPr>
          <p:nvPr>
            <p:ph type="title"/>
          </p:nvPr>
        </p:nvSpPr>
        <p:spPr>
          <a:xfrm>
            <a:off x="1285240" y="748863"/>
            <a:ext cx="8074815" cy="1920222"/>
          </a:xfrm>
        </p:spPr>
        <p:txBody>
          <a:bodyPr anchor="ctr">
            <a:noAutofit/>
          </a:bodyPr>
          <a:lstStyle/>
          <a:p>
            <a:r>
              <a:rPr lang="en-US" sz="4000" b="1" dirty="0"/>
              <a:t>Los virtuosos Virtual Threads</a:t>
            </a:r>
            <a:br>
              <a:rPr lang="en-US" sz="4000" b="1" dirty="0"/>
            </a:br>
            <a:r>
              <a:rPr lang="en-US" sz="4000" b="1" dirty="0" err="1"/>
              <a:t>Hilos</a:t>
            </a:r>
            <a:r>
              <a:rPr lang="en-US" sz="4000" b="1" dirty="0"/>
              <a:t> de Java, no </a:t>
            </a:r>
            <a:r>
              <a:rPr lang="en-US" sz="4000" b="1" dirty="0" err="1"/>
              <a:t>hilos</a:t>
            </a:r>
            <a:r>
              <a:rPr lang="en-US" sz="4000" b="1" dirty="0"/>
              <a:t> del </a:t>
            </a:r>
            <a:r>
              <a:rPr lang="en-US" sz="4000" b="1" dirty="0" err="1"/>
              <a:t>sistema</a:t>
            </a:r>
            <a:r>
              <a:rPr lang="en-US" sz="4000" b="1" dirty="0"/>
              <a:t> </a:t>
            </a:r>
            <a:r>
              <a:rPr lang="en-US" sz="4000" b="1" dirty="0" err="1"/>
              <a:t>operativo</a:t>
            </a:r>
            <a:br>
              <a:rPr lang="en-US" sz="4000" b="1" dirty="0"/>
            </a:br>
            <a:r>
              <a:rPr lang="en-US" sz="4000" dirty="0"/>
              <a:t>JDK 21.</a:t>
            </a:r>
            <a:endParaRPr lang="en-CA" sz="4000" dirty="0"/>
          </a:p>
        </p:txBody>
      </p:sp>
      <p:sp>
        <p:nvSpPr>
          <p:cNvPr id="3" name="Content Placeholder 2">
            <a:extLst>
              <a:ext uri="{FF2B5EF4-FFF2-40B4-BE49-F238E27FC236}">
                <a16:creationId xmlns:a16="http://schemas.microsoft.com/office/drawing/2014/main" id="{82C28FCB-2118-BD57-3148-F5B42A199378}"/>
              </a:ext>
            </a:extLst>
          </p:cNvPr>
          <p:cNvSpPr>
            <a:spLocks noGrp="1"/>
          </p:cNvSpPr>
          <p:nvPr>
            <p:ph idx="1"/>
          </p:nvPr>
        </p:nvSpPr>
        <p:spPr>
          <a:xfrm>
            <a:off x="1285240" y="2969469"/>
            <a:ext cx="10261587" cy="2800395"/>
          </a:xfrm>
        </p:spPr>
        <p:txBody>
          <a:bodyPr anchor="t">
            <a:noAutofit/>
          </a:bodyPr>
          <a:lstStyle/>
          <a:p>
            <a:pPr marL="0" indent="0">
              <a:buNone/>
            </a:pPr>
            <a:r>
              <a:rPr lang="en-CA" sz="2600" b="1">
                <a:latin typeface="Consolas" panose="020B0609020204030204" pitchFamily="49" charset="0"/>
              </a:rPr>
              <a:t> </a:t>
            </a:r>
            <a:r>
              <a:rPr lang="en-US" sz="2600" b="1">
                <a:latin typeface="Consolas" panose="020B0609020204030204" pitchFamily="49" charset="0"/>
              </a:rPr>
              <a:t>public class VirtualThreadClass extends Thread { . . }</a:t>
            </a:r>
          </a:p>
          <a:p>
            <a:pPr marL="0" indent="0">
              <a:buNone/>
            </a:pPr>
            <a:endParaRPr lang="en-US" sz="2600" b="1">
              <a:latin typeface="Consolas" panose="020B0609020204030204" pitchFamily="49" charset="0"/>
            </a:endParaRPr>
          </a:p>
          <a:p>
            <a:pPr marL="0" indent="0">
              <a:buNone/>
            </a:pPr>
            <a:r>
              <a:rPr lang="en-CA" sz="2600" b="1">
                <a:latin typeface="Consolas" panose="020B0609020204030204" pitchFamily="49" charset="0"/>
              </a:rPr>
              <a:t> public void perform() {</a:t>
            </a:r>
          </a:p>
          <a:p>
            <a:pPr marL="0" indent="0">
              <a:buNone/>
            </a:pPr>
            <a:r>
              <a:rPr lang="en-CA" sz="2600" b="1">
                <a:latin typeface="Consolas" panose="020B0609020204030204" pitchFamily="49" charset="0"/>
              </a:rPr>
              <a:t>      for (int i = 0; i &lt; 5; ++i) {</a:t>
            </a:r>
          </a:p>
          <a:p>
            <a:pPr marL="0" indent="0">
              <a:buNone/>
            </a:pPr>
            <a:r>
              <a:rPr lang="en-CA" sz="2600" b="1">
                <a:latin typeface="Consolas" panose="020B0609020204030204" pitchFamily="49" charset="0"/>
              </a:rPr>
              <a:t>         Thread.ofVirtual().name("Thread # " + i).</a:t>
            </a:r>
          </a:p>
          <a:p>
            <a:pPr marL="0" indent="0">
              <a:buNone/>
            </a:pPr>
            <a:r>
              <a:rPr lang="en-CA" sz="2600" b="1">
                <a:latin typeface="Consolas" panose="020B0609020204030204" pitchFamily="49" charset="0"/>
              </a:rPr>
              <a:t>            start(new VirtualThreadClass());</a:t>
            </a:r>
          </a:p>
          <a:p>
            <a:pPr marL="0" indent="0">
              <a:buNone/>
            </a:pPr>
            <a:r>
              <a:rPr lang="en-CA" sz="2600" b="1">
                <a:latin typeface="Consolas" panose="020B0609020204030204" pitchFamily="49" charset="0"/>
              </a:rPr>
              <a:t>}</a:t>
            </a:r>
            <a:endParaRPr lang="en-CA" sz="2600" b="1" dirty="0">
              <a:latin typeface="Consolas" panose="020B0609020204030204" pitchFamily="49" charset="0"/>
            </a:endParaRPr>
          </a:p>
        </p:txBody>
      </p:sp>
    </p:spTree>
    <p:extLst>
      <p:ext uri="{BB962C8B-B14F-4D97-AF65-F5344CB8AC3E}">
        <p14:creationId xmlns:p14="http://schemas.microsoft.com/office/powerpoint/2010/main" val="23231547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8"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CA"/>
            </a:p>
          </p:txBody>
        </p:sp>
        <p:sp>
          <p:nvSpPr>
            <p:cNvPr id="19"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txBody>
            <a:bodyPr/>
            <a:lstStyle/>
            <a:p>
              <a:endParaRPr lang="en-CA"/>
            </a:p>
          </p:txBody>
        </p:sp>
        <p:sp>
          <p:nvSpPr>
            <p:cNvPr id="20"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txBody>
            <a:bodyPr/>
            <a:lstStyle/>
            <a:p>
              <a:endParaRPr lang="en-CA"/>
            </a:p>
          </p:txBody>
        </p:sp>
        <p:sp>
          <p:nvSpPr>
            <p:cNvPr id="21"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CA"/>
            </a:p>
          </p:txBody>
        </p:sp>
        <p:sp>
          <p:nvSpPr>
            <p:cNvPr id="22"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CA"/>
            </a:p>
          </p:txBody>
        </p:sp>
        <p:sp>
          <p:nvSpPr>
            <p:cNvPr id="23"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txBody>
            <a:bodyPr/>
            <a:lstStyle/>
            <a:p>
              <a:endParaRPr lang="en-CA"/>
            </a:p>
          </p:txBody>
        </p:sp>
      </p:grpSp>
      <p:sp>
        <p:nvSpPr>
          <p:cNvPr id="16" name="Rectangle 15">
            <a:extLst>
              <a:ext uri="{FF2B5EF4-FFF2-40B4-BE49-F238E27FC236}">
                <a16:creationId xmlns:a16="http://schemas.microsoft.com/office/drawing/2014/main" id="{5539E19E-439F-9E47-B6F4-49E3BF095F61}"/>
              </a:ext>
            </a:extLst>
          </p:cNvPr>
          <p:cNvSpPr/>
          <p:nvPr/>
        </p:nvSpPr>
        <p:spPr>
          <a:xfrm>
            <a:off x="-1" y="-16042"/>
            <a:ext cx="6978317" cy="68740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i</a:t>
            </a:r>
            <a:endParaRPr lang="en-US" dirty="0"/>
          </a:p>
        </p:txBody>
      </p:sp>
      <p:graphicFrame>
        <p:nvGraphicFramePr>
          <p:cNvPr id="25" name="Content Placeholder 7">
            <a:extLst>
              <a:ext uri="{FF2B5EF4-FFF2-40B4-BE49-F238E27FC236}">
                <a16:creationId xmlns:a16="http://schemas.microsoft.com/office/drawing/2014/main" id="{3D64CA71-6889-DF49-B432-609493455EBF}"/>
              </a:ext>
            </a:extLst>
          </p:cNvPr>
          <p:cNvGraphicFramePr>
            <a:graphicFrameLocks noGrp="1"/>
          </p:cNvGraphicFramePr>
          <p:nvPr>
            <p:ph idx="1"/>
            <p:extLst>
              <p:ext uri="{D42A27DB-BD31-4B8C-83A1-F6EECF244321}">
                <p14:modId xmlns:p14="http://schemas.microsoft.com/office/powerpoint/2010/main" val="4237249833"/>
              </p:ext>
            </p:extLst>
          </p:nvPr>
        </p:nvGraphicFramePr>
        <p:xfrm>
          <a:off x="5423493" y="1158495"/>
          <a:ext cx="6079532" cy="46412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7" name="Rectangle 26">
            <a:extLst>
              <a:ext uri="{FF2B5EF4-FFF2-40B4-BE49-F238E27FC236}">
                <a16:creationId xmlns:a16="http://schemas.microsoft.com/office/drawing/2014/main" id="{169B1AEF-8D6C-E948-9D17-0C4F983893E4}"/>
              </a:ext>
            </a:extLst>
          </p:cNvPr>
          <p:cNvSpPr/>
          <p:nvPr/>
        </p:nvSpPr>
        <p:spPr>
          <a:xfrm>
            <a:off x="-16043" y="-16042"/>
            <a:ext cx="5109251" cy="6874042"/>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itle 6">
            <a:extLst>
              <a:ext uri="{FF2B5EF4-FFF2-40B4-BE49-F238E27FC236}">
                <a16:creationId xmlns:a16="http://schemas.microsoft.com/office/drawing/2014/main" id="{E84DE3FE-4895-424C-B7B4-39C133E363C8}"/>
              </a:ext>
            </a:extLst>
          </p:cNvPr>
          <p:cNvSpPr>
            <a:spLocks noGrp="1"/>
          </p:cNvSpPr>
          <p:nvPr>
            <p:ph type="title"/>
          </p:nvPr>
        </p:nvSpPr>
        <p:spPr>
          <a:xfrm>
            <a:off x="728499" y="926933"/>
            <a:ext cx="3099898" cy="5105400"/>
          </a:xfrm>
        </p:spPr>
        <p:txBody>
          <a:bodyPr>
            <a:normAutofit/>
          </a:bodyPr>
          <a:lstStyle/>
          <a:p>
            <a:r>
              <a:rPr lang="en-CA" dirty="0">
                <a:solidFill>
                  <a:srgbClr val="FFFFFF"/>
                </a:solidFill>
              </a:rPr>
              <a:t>¿Qué está desplazando a Java?</a:t>
            </a:r>
          </a:p>
        </p:txBody>
      </p:sp>
    </p:spTree>
    <p:extLst>
      <p:ext uri="{BB962C8B-B14F-4D97-AF65-F5344CB8AC3E}">
        <p14:creationId xmlns:p14="http://schemas.microsoft.com/office/powerpoint/2010/main" val="14466732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7386775E-E450-4B81-BAEB-286DA77F8D3C}"/>
              </a:ext>
            </a:extLst>
          </p:cNvPr>
          <p:cNvGraphicFramePr>
            <a:graphicFrameLocks noGrp="1"/>
          </p:cNvGraphicFramePr>
          <p:nvPr>
            <p:ph idx="1"/>
            <p:extLst>
              <p:ext uri="{D42A27DB-BD31-4B8C-83A1-F6EECF244321}">
                <p14:modId xmlns:p14="http://schemas.microsoft.com/office/powerpoint/2010/main" val="2103375592"/>
              </p:ext>
            </p:extLst>
          </p:nvPr>
        </p:nvGraphicFramePr>
        <p:xfrm>
          <a:off x="5468389" y="620391"/>
          <a:ext cx="6263640" cy="60049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a:extLst>
              <a:ext uri="{FF2B5EF4-FFF2-40B4-BE49-F238E27FC236}">
                <a16:creationId xmlns:a16="http://schemas.microsoft.com/office/drawing/2014/main" id="{02946045-8D60-C34E-BC52-7FB35C53856E}"/>
              </a:ext>
            </a:extLst>
          </p:cNvPr>
          <p:cNvSpPr/>
          <p:nvPr/>
        </p:nvSpPr>
        <p:spPr>
          <a:xfrm>
            <a:off x="-16043" y="-16042"/>
            <a:ext cx="5109251" cy="6874042"/>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888DC3A7-8BCB-A94D-A5C4-C5F8AD0FBD9F}"/>
              </a:ext>
            </a:extLst>
          </p:cNvPr>
          <p:cNvSpPr>
            <a:spLocks noGrp="1"/>
          </p:cNvSpPr>
          <p:nvPr>
            <p:ph type="title"/>
          </p:nvPr>
        </p:nvSpPr>
        <p:spPr>
          <a:xfrm>
            <a:off x="524741" y="620392"/>
            <a:ext cx="3808268" cy="5504688"/>
          </a:xfrm>
        </p:spPr>
        <p:txBody>
          <a:bodyPr>
            <a:normAutofit/>
          </a:bodyPr>
          <a:lstStyle/>
          <a:p>
            <a:r>
              <a:rPr lang="en-CA" dirty="0">
                <a:solidFill>
                  <a:schemeClr val="bg1"/>
                </a:solidFill>
              </a:rPr>
              <a:t>Comparemos Python con Java</a:t>
            </a:r>
            <a:br>
              <a:rPr lang="en-CA" dirty="0">
                <a:solidFill>
                  <a:schemeClr val="bg1"/>
                </a:solidFill>
              </a:rPr>
            </a:br>
            <a:endParaRPr lang="en-CA" dirty="0">
              <a:solidFill>
                <a:schemeClr val="bg1"/>
              </a:solidFill>
            </a:endParaRPr>
          </a:p>
        </p:txBody>
      </p:sp>
    </p:spTree>
    <p:extLst>
      <p:ext uri="{BB962C8B-B14F-4D97-AF65-F5344CB8AC3E}">
        <p14:creationId xmlns:p14="http://schemas.microsoft.com/office/powerpoint/2010/main" val="17755135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C4ED6C1-0F8A-4F69-AE1F-13A8285AA15C}"/>
              </a:ext>
            </a:extLst>
          </p:cNvPr>
          <p:cNvSpPr/>
          <p:nvPr/>
        </p:nvSpPr>
        <p:spPr>
          <a:xfrm>
            <a:off x="1299412" y="1805288"/>
            <a:ext cx="10664814" cy="207492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loan = input("           loan: ")</a:t>
            </a: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interest = input("       interest: ")</a:t>
            </a: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term = input("           term: ")</a:t>
            </a: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tempInterest</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 float(interest) / 12</a:t>
            </a: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result = float(loan)*(</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tempInterest</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 (1 - ((1 +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tempInterest</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 -float(term))))</a:t>
            </a: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print("Monthly Payment: %.2f" % result)</a:t>
            </a:r>
          </a:p>
        </p:txBody>
      </p:sp>
      <p:sp>
        <p:nvSpPr>
          <p:cNvPr id="5" name="Rectangle 4">
            <a:extLst>
              <a:ext uri="{FF2B5EF4-FFF2-40B4-BE49-F238E27FC236}">
                <a16:creationId xmlns:a16="http://schemas.microsoft.com/office/drawing/2014/main" id="{990324C0-10D4-F843-A0ED-7FB6066CC521}"/>
              </a:ext>
            </a:extLst>
          </p:cNvPr>
          <p:cNvSpPr/>
          <p:nvPr/>
        </p:nvSpPr>
        <p:spPr>
          <a:xfrm>
            <a:off x="-16042" y="0"/>
            <a:ext cx="1315453" cy="6858000"/>
          </a:xfrm>
          <a:prstGeom prst="rect">
            <a:avLst/>
          </a:prstGeom>
          <a:solidFill>
            <a:srgbClr val="F492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1">
            <a:extLst>
              <a:ext uri="{FF2B5EF4-FFF2-40B4-BE49-F238E27FC236}">
                <a16:creationId xmlns:a16="http://schemas.microsoft.com/office/drawing/2014/main" id="{8E702A05-A3B8-FF44-9CF5-CA1ACA9AD74F}"/>
              </a:ext>
            </a:extLst>
          </p:cNvPr>
          <p:cNvSpPr txBox="1">
            <a:spLocks/>
          </p:cNvSpPr>
          <p:nvPr/>
        </p:nvSpPr>
        <p:spPr>
          <a:xfrm rot="16200000">
            <a:off x="-1413878" y="493995"/>
            <a:ext cx="4608871"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CA" sz="4400" b="0" i="0" u="none" strike="noStrike" kern="1200" cap="none" spc="0" normalizeH="0" baseline="0" noProof="0" dirty="0">
                <a:ln>
                  <a:noFill/>
                </a:ln>
                <a:solidFill>
                  <a:prstClr val="white"/>
                </a:solidFill>
                <a:effectLst/>
                <a:uLnTx/>
                <a:uFillTx/>
                <a:latin typeface="Calibri Light" panose="020F0302020204030204"/>
                <a:ea typeface="+mj-ea"/>
                <a:cs typeface="+mj-cs"/>
              </a:rPr>
              <a:t>Python básico</a:t>
            </a:r>
          </a:p>
        </p:txBody>
      </p:sp>
    </p:spTree>
    <p:extLst>
      <p:ext uri="{BB962C8B-B14F-4D97-AF65-F5344CB8AC3E}">
        <p14:creationId xmlns:p14="http://schemas.microsoft.com/office/powerpoint/2010/main" val="33643576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DCEB2B-C9F7-4911-87DE-94B36D37C67A}"/>
              </a:ext>
            </a:extLst>
          </p:cNvPr>
          <p:cNvSpPr/>
          <p:nvPr/>
        </p:nvSpPr>
        <p:spPr>
          <a:xfrm>
            <a:off x="1299411" y="817076"/>
            <a:ext cx="10892589" cy="55143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sz="2200"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Para Java 23: se ejecuta con java --enable-preview JavaCalculator02.java </a:t>
            </a:r>
          </a:p>
          <a:p>
            <a:pPr lvl="0">
              <a:spcAft>
                <a:spcPts val="500"/>
              </a:spcAft>
              <a:defRPr/>
            </a:pPr>
            <a:r>
              <a:rPr kumimoji="0" lang="en-CA" sz="2200"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Para Java 25</a:t>
            </a:r>
            <a:r>
              <a:rPr lang="en-CA" sz="2200" b="1" dirty="0">
                <a:solidFill>
                  <a:prstClr val="black"/>
                </a:solidFill>
                <a:latin typeface="Consolas" panose="020B0609020204030204" pitchFamily="49" charset="0"/>
                <a:ea typeface="M+ 1m" panose="020B0509020203020207" pitchFamily="49" charset="-128"/>
              </a:rPr>
              <a:t>: se ejecuta con java JavaCalculator02.java</a:t>
            </a:r>
            <a:endParaRPr kumimoji="0" lang="en-CA" sz="2200"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endParaRPr>
          </a:p>
          <a:p>
            <a:pPr marL="0" marR="0" lvl="0" indent="0" algn="l" defTabSz="914400" rtl="0" eaLnBrk="1" fontAlgn="auto" latinLnBrk="0" hangingPunct="1">
              <a:lnSpc>
                <a:spcPct val="100000"/>
              </a:lnSpc>
              <a:spcBef>
                <a:spcPts val="0"/>
              </a:spcBef>
              <a:spcAft>
                <a:spcPts val="500"/>
              </a:spcAft>
              <a:buClrTx/>
              <a:buSzTx/>
              <a:buFontTx/>
              <a:buNone/>
              <a:tabLst/>
              <a:defRPr/>
            </a:pPr>
            <a:endParaRPr kumimoji="0" lang="en-CA" sz="2200"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endParaRP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void main() {</a:t>
            </a: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var loan =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Double.parseDouble</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readln</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("Loan: "));</a:t>
            </a: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var interest =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Double.parseDouble</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readln</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("Interest: "));</a:t>
            </a: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var term =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Double.parseDouble</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readln</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("Term: "));</a:t>
            </a: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var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tempInterest</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 interest / 12.0;</a:t>
            </a: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var result = loan * </a:t>
            </a: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tempInterest</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 (1.0 -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Math.pow</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((1.0 +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tempInterest</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-term)));</a:t>
            </a: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IO.println</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("Monthly Payment: " +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String.format</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("%.2f", result));</a:t>
            </a: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a:t>
            </a:r>
          </a:p>
          <a:p>
            <a:pPr marL="0" marR="0" lvl="0" indent="0" algn="l" defTabSz="914400" rtl="0" eaLnBrk="1" fontAlgn="auto" latinLnBrk="0" hangingPunct="1">
              <a:lnSpc>
                <a:spcPct val="100000"/>
              </a:lnSpc>
              <a:spcBef>
                <a:spcPts val="0"/>
              </a:spcBef>
              <a:spcAft>
                <a:spcPts val="500"/>
              </a:spcAft>
              <a:buClrTx/>
              <a:buSzTx/>
              <a:buFontTx/>
              <a:buNone/>
              <a:tabLst/>
              <a:defRPr/>
            </a:pPr>
            <a:endParaRPr lang="en-CA" sz="2200" b="1" dirty="0">
              <a:solidFill>
                <a:prstClr val="black"/>
              </a:solidFill>
              <a:latin typeface="Consolas" panose="020B0609020204030204" pitchFamily="49" charset="0"/>
              <a:ea typeface="M+ 1m" panose="020B0509020203020207" pitchFamily="49" charset="-128"/>
            </a:endParaRP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CA" sz="2200"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La única diferencia con Python es void main() { y } – 2 líneas</a:t>
            </a:r>
          </a:p>
          <a:p>
            <a:pPr marL="0" marR="0" lvl="0" indent="0" algn="l" defTabSz="914400" rtl="0" eaLnBrk="1" fontAlgn="auto" latinLnBrk="0" hangingPunct="1">
              <a:lnSpc>
                <a:spcPct val="100000"/>
              </a:lnSpc>
              <a:spcBef>
                <a:spcPts val="0"/>
              </a:spcBef>
              <a:spcAft>
                <a:spcPts val="500"/>
              </a:spcAft>
              <a:buClrTx/>
              <a:buSzTx/>
              <a:buFontTx/>
              <a:buNone/>
              <a:tabLst/>
              <a:defRPr/>
            </a:pPr>
            <a:r>
              <a:rPr lang="en-CA" sz="2200" b="1" dirty="0">
                <a:solidFill>
                  <a:prstClr val="black"/>
                </a:solidFill>
                <a:latin typeface="Consolas" panose="020B0609020204030204" pitchFamily="49" charset="0"/>
                <a:ea typeface="M+ 1m" panose="020B0509020203020207" pitchFamily="49" charset="-128"/>
              </a:rPr>
              <a:t>// y la conversión de string a double usando </a:t>
            </a:r>
            <a:r>
              <a:rPr kumimoji="0" lang="en-CA" sz="2200"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Double.parseDouble</a:t>
            </a:r>
            <a:endParaRPr kumimoji="0" lang="en-CA" sz="2200"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endParaRPr>
          </a:p>
        </p:txBody>
      </p:sp>
      <p:sp>
        <p:nvSpPr>
          <p:cNvPr id="4" name="Rectangle 3">
            <a:extLst>
              <a:ext uri="{FF2B5EF4-FFF2-40B4-BE49-F238E27FC236}">
                <a16:creationId xmlns:a16="http://schemas.microsoft.com/office/drawing/2014/main" id="{1DA2D041-BB40-0347-B47F-8266C5A089A2}"/>
              </a:ext>
            </a:extLst>
          </p:cNvPr>
          <p:cNvSpPr/>
          <p:nvPr/>
        </p:nvSpPr>
        <p:spPr>
          <a:xfrm>
            <a:off x="-16042" y="0"/>
            <a:ext cx="1315453" cy="6858000"/>
          </a:xfrm>
          <a:prstGeom prst="rect">
            <a:avLst/>
          </a:prstGeom>
          <a:solidFill>
            <a:srgbClr val="F492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1">
            <a:extLst>
              <a:ext uri="{FF2B5EF4-FFF2-40B4-BE49-F238E27FC236}">
                <a16:creationId xmlns:a16="http://schemas.microsoft.com/office/drawing/2014/main" id="{EE2E430F-976B-FF4F-BF7D-28049DFD0D02}"/>
              </a:ext>
            </a:extLst>
          </p:cNvPr>
          <p:cNvSpPr txBox="1">
            <a:spLocks/>
          </p:cNvSpPr>
          <p:nvPr/>
        </p:nvSpPr>
        <p:spPr>
          <a:xfrm rot="16200000">
            <a:off x="-2575633" y="2825015"/>
            <a:ext cx="6700063" cy="105002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CA" sz="4000" b="0" i="0" u="none" strike="noStrike" kern="1200" cap="none" spc="0" normalizeH="0" baseline="0" noProof="0" dirty="0">
                <a:ln>
                  <a:noFill/>
                </a:ln>
                <a:solidFill>
                  <a:prstClr val="white"/>
                </a:solidFill>
                <a:effectLst/>
                <a:uLnTx/>
                <a:uFillTx/>
                <a:latin typeface="Calibri Light" panose="020F0302020204030204"/>
                <a:ea typeface="+mj-ea"/>
                <a:cs typeface="+mj-cs"/>
              </a:rPr>
              <a:t>		El </a:t>
            </a:r>
            <a:r>
              <a:rPr kumimoji="0" lang="en-CA" sz="4000" b="0" i="0" u="sng" strike="noStrike" kern="1200" cap="none" spc="0" normalizeH="0" baseline="0" noProof="0" dirty="0">
                <a:ln>
                  <a:noFill/>
                </a:ln>
                <a:solidFill>
                  <a:prstClr val="white"/>
                </a:solidFill>
                <a:effectLst/>
                <a:uLnTx/>
                <a:uFillTx/>
                <a:latin typeface="Calibri Light" panose="020F0302020204030204"/>
                <a:ea typeface="+mj-ea"/>
                <a:cs typeface="+mj-cs"/>
              </a:rPr>
              <a:t>nuevo</a:t>
            </a:r>
            <a:r>
              <a:rPr kumimoji="0" lang="en-CA" sz="4000" b="0" i="0" u="none" strike="noStrike" kern="1200" cap="none" spc="0" normalizeH="0" baseline="0" noProof="0" dirty="0">
                <a:ln>
                  <a:noFill/>
                </a:ln>
                <a:solidFill>
                  <a:prstClr val="white"/>
                </a:solidFill>
                <a:effectLst/>
                <a:uLnTx/>
                <a:uFillTx/>
                <a:latin typeface="Calibri Light" panose="020F0302020204030204"/>
                <a:ea typeface="+mj-ea"/>
                <a:cs typeface="+mj-cs"/>
              </a:rPr>
              <a:t> Java básico</a:t>
            </a:r>
          </a:p>
        </p:txBody>
      </p:sp>
    </p:spTree>
    <p:extLst>
      <p:ext uri="{BB962C8B-B14F-4D97-AF65-F5344CB8AC3E}">
        <p14:creationId xmlns:p14="http://schemas.microsoft.com/office/powerpoint/2010/main" val="17392677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525281-7983-4072-ABBB-C2777DCAE912}"/>
              </a:ext>
            </a:extLst>
          </p:cNvPr>
          <p:cNvSpPr/>
          <p:nvPr/>
        </p:nvSpPr>
        <p:spPr>
          <a:xfrm>
            <a:off x="1299411" y="0"/>
            <a:ext cx="10748357" cy="646330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class PythonCalculator03: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def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func_input</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(self):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loan = float(input("           loan: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interest = float(input("       interest: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term = float(input("           term: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return loan, interest, term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def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func_process</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(self,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input_data</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(loan, interest, term) =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input_data</a:t>
            </a:r>
            <a:endPar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temp_interest</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 float(interest) / 12.0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return loan *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temp_interest</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 (1.0 - ((1.0 +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temp_interest</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 -term)))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def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func_output</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(self, result):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print('Monthly Payment: %.2f' % result)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def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func_work</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(self):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input_data</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self.func_input</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result =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self.func_process</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input_data</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        </a:t>
            </a: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self.func_output</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(result)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worker = PythonCalculator03()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b="1" i="0" u="none" strike="noStrike" kern="1200" cap="none" spc="0" normalizeH="0" baseline="0" noProof="0" dirty="0" err="1">
                <a:ln>
                  <a:noFill/>
                </a:ln>
                <a:solidFill>
                  <a:prstClr val="black"/>
                </a:solidFill>
                <a:effectLst/>
                <a:uLnTx/>
                <a:uFillTx/>
                <a:latin typeface="Consolas" panose="020B0609020204030204" pitchFamily="49" charset="0"/>
                <a:ea typeface="M+ 1m" panose="020B0509020203020207" pitchFamily="49" charset="-128"/>
                <a:cs typeface="+mn-cs"/>
              </a:rPr>
              <a:t>worker.func_work</a:t>
            </a:r>
            <a:r>
              <a:rPr kumimoji="0" lang="en-CA" b="1" i="0" u="none" strike="noStrike" kern="1200" cap="none" spc="0" normalizeH="0" baseline="0" noProof="0" dirty="0">
                <a:ln>
                  <a:noFill/>
                </a:ln>
                <a:solidFill>
                  <a:prstClr val="black"/>
                </a:solidFill>
                <a:effectLst/>
                <a:uLnTx/>
                <a:uFillTx/>
                <a:latin typeface="Consolas" panose="020B0609020204030204" pitchFamily="49" charset="0"/>
                <a:ea typeface="M+ 1m" panose="020B0509020203020207" pitchFamily="49" charset="-128"/>
                <a:cs typeface="+mn-cs"/>
              </a:rPr>
              <a:t>()</a:t>
            </a:r>
          </a:p>
        </p:txBody>
      </p:sp>
      <p:sp>
        <p:nvSpPr>
          <p:cNvPr id="4" name="Rectangle 3">
            <a:extLst>
              <a:ext uri="{FF2B5EF4-FFF2-40B4-BE49-F238E27FC236}">
                <a16:creationId xmlns:a16="http://schemas.microsoft.com/office/drawing/2014/main" id="{BB55F45B-AB3A-804E-87B8-555B8B3E8D08}"/>
              </a:ext>
            </a:extLst>
          </p:cNvPr>
          <p:cNvSpPr/>
          <p:nvPr/>
        </p:nvSpPr>
        <p:spPr>
          <a:xfrm>
            <a:off x="-16042" y="0"/>
            <a:ext cx="1315453" cy="6858000"/>
          </a:xfrm>
          <a:prstGeom prst="rect">
            <a:avLst/>
          </a:prstGeom>
          <a:solidFill>
            <a:srgbClr val="F492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1">
            <a:extLst>
              <a:ext uri="{FF2B5EF4-FFF2-40B4-BE49-F238E27FC236}">
                <a16:creationId xmlns:a16="http://schemas.microsoft.com/office/drawing/2014/main" id="{C2494A72-7128-6445-8107-3A4A3A057AAC}"/>
              </a:ext>
            </a:extLst>
          </p:cNvPr>
          <p:cNvSpPr txBox="1">
            <a:spLocks/>
          </p:cNvSpPr>
          <p:nvPr/>
        </p:nvSpPr>
        <p:spPr>
          <a:xfrm rot="16200000">
            <a:off x="-2148205" y="2440635"/>
            <a:ext cx="6077526"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CA" sz="4400" b="0" i="0" u="none" strike="noStrike" kern="1200" cap="none" spc="0" normalizeH="0" baseline="0" noProof="0" dirty="0">
                <a:ln>
                  <a:noFill/>
                </a:ln>
                <a:solidFill>
                  <a:prstClr val="white"/>
                </a:solidFill>
                <a:effectLst/>
                <a:uLnTx/>
                <a:uFillTx/>
                <a:latin typeface="Calibri Light" panose="020F0302020204030204"/>
                <a:ea typeface="+mj-ea"/>
                <a:cs typeface="+mj-cs"/>
              </a:rPr>
              <a:t>Python OOP en 18 líneas</a:t>
            </a:r>
          </a:p>
        </p:txBody>
      </p:sp>
    </p:spTree>
    <p:extLst>
      <p:ext uri="{BB962C8B-B14F-4D97-AF65-F5344CB8AC3E}">
        <p14:creationId xmlns:p14="http://schemas.microsoft.com/office/powerpoint/2010/main" val="12989536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02E87F-B295-5646-B058-58873256A06E}"/>
              </a:ext>
            </a:extLst>
          </p:cNvPr>
          <p:cNvSpPr/>
          <p:nvPr/>
        </p:nvSpPr>
        <p:spPr>
          <a:xfrm>
            <a:off x="0" y="1"/>
            <a:ext cx="1315453" cy="6858000"/>
          </a:xfrm>
          <a:prstGeom prst="rect">
            <a:avLst/>
          </a:prstGeom>
          <a:solidFill>
            <a:srgbClr val="F492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1">
            <a:extLst>
              <a:ext uri="{FF2B5EF4-FFF2-40B4-BE49-F238E27FC236}">
                <a16:creationId xmlns:a16="http://schemas.microsoft.com/office/drawing/2014/main" id="{9D8CA262-C351-F140-AF15-E733A8B14F30}"/>
              </a:ext>
            </a:extLst>
          </p:cNvPr>
          <p:cNvSpPr txBox="1">
            <a:spLocks/>
          </p:cNvSpPr>
          <p:nvPr/>
        </p:nvSpPr>
        <p:spPr>
          <a:xfrm rot="16200000">
            <a:off x="-2506063" y="2733838"/>
            <a:ext cx="6793243"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CA" b="0" i="0" u="none" strike="noStrike" kern="1200" cap="none" spc="0" normalizeH="0" baseline="0" noProof="0" dirty="0">
                <a:ln>
                  <a:noFill/>
                </a:ln>
                <a:solidFill>
                  <a:prstClr val="white"/>
                </a:solidFill>
                <a:effectLst/>
                <a:uLnTx/>
                <a:uFillTx/>
                <a:latin typeface="Calibri Light" panose="020F0302020204030204"/>
                <a:ea typeface="+mj-ea"/>
                <a:cs typeface="+mj-cs"/>
              </a:rPr>
              <a:t>	Java OOP en 16 líneas</a:t>
            </a:r>
          </a:p>
        </p:txBody>
      </p:sp>
      <p:sp>
        <p:nvSpPr>
          <p:cNvPr id="6" name="TextBox 5">
            <a:extLst>
              <a:ext uri="{FF2B5EF4-FFF2-40B4-BE49-F238E27FC236}">
                <a16:creationId xmlns:a16="http://schemas.microsoft.com/office/drawing/2014/main" id="{43DE2B88-027C-94DB-33A5-9395899E414F}"/>
              </a:ext>
            </a:extLst>
          </p:cNvPr>
          <p:cNvSpPr txBox="1"/>
          <p:nvPr/>
        </p:nvSpPr>
        <p:spPr>
          <a:xfrm>
            <a:off x="1299412" y="64757"/>
            <a:ext cx="10754044" cy="6463308"/>
          </a:xfrm>
          <a:prstGeom prst="rect">
            <a:avLst/>
          </a:prstGeom>
          <a:noFill/>
        </p:spPr>
        <p:txBody>
          <a:bodyPr wrap="square">
            <a:spAutoFit/>
          </a:bodyPr>
          <a:lstStyle/>
          <a:p>
            <a:r>
              <a:rPr lang="en-CA" b="1" dirty="0">
                <a:latin typeface="Consolas" panose="020B0609020204030204" pitchFamily="49" charset="0"/>
              </a:rPr>
              <a:t>public class JavaCalculator03 {</a:t>
            </a:r>
          </a:p>
          <a:p>
            <a:r>
              <a:rPr lang="en-CA" b="1" dirty="0">
                <a:latin typeface="Consolas" panose="020B0609020204030204" pitchFamily="49" charset="0"/>
              </a:rPr>
              <a:t>   void main() {</a:t>
            </a:r>
          </a:p>
          <a:p>
            <a:r>
              <a:rPr lang="en-CA" b="1" dirty="0">
                <a:latin typeface="Consolas" panose="020B0609020204030204" pitchFamily="49" charset="0"/>
              </a:rPr>
              <a:t>      var loan = </a:t>
            </a:r>
            <a:r>
              <a:rPr lang="en-CA" b="1" dirty="0" err="1">
                <a:latin typeface="Consolas" panose="020B0609020204030204" pitchFamily="49" charset="0"/>
              </a:rPr>
              <a:t>inputData</a:t>
            </a:r>
            <a:r>
              <a:rPr lang="en-CA" b="1" dirty="0">
                <a:latin typeface="Consolas" panose="020B0609020204030204" pitchFamily="49" charset="0"/>
              </a:rPr>
              <a:t>();</a:t>
            </a:r>
          </a:p>
          <a:p>
            <a:r>
              <a:rPr lang="en-CA" b="1" dirty="0">
                <a:latin typeface="Consolas" panose="020B0609020204030204" pitchFamily="49" charset="0"/>
              </a:rPr>
              <a:t>      var result = </a:t>
            </a:r>
            <a:r>
              <a:rPr lang="en-CA" b="1" dirty="0" err="1">
                <a:latin typeface="Consolas" panose="020B0609020204030204" pitchFamily="49" charset="0"/>
              </a:rPr>
              <a:t>processData</a:t>
            </a:r>
            <a:r>
              <a:rPr lang="en-CA" b="1" dirty="0">
                <a:latin typeface="Consolas" panose="020B0609020204030204" pitchFamily="49" charset="0"/>
              </a:rPr>
              <a:t>(loan);</a:t>
            </a:r>
          </a:p>
          <a:p>
            <a:r>
              <a:rPr lang="en-CA" b="1" dirty="0">
                <a:latin typeface="Consolas" panose="020B0609020204030204" pitchFamily="49" charset="0"/>
              </a:rPr>
              <a:t>      </a:t>
            </a:r>
            <a:r>
              <a:rPr lang="en-CA" b="1" dirty="0" err="1">
                <a:latin typeface="Consolas" panose="020B0609020204030204" pitchFamily="49" charset="0"/>
              </a:rPr>
              <a:t>outputResult</a:t>
            </a:r>
            <a:r>
              <a:rPr lang="en-CA" b="1" dirty="0">
                <a:latin typeface="Consolas" panose="020B0609020204030204" pitchFamily="49" charset="0"/>
              </a:rPr>
              <a:t>(result);</a:t>
            </a:r>
          </a:p>
          <a:p>
            <a:r>
              <a:rPr lang="en-CA" b="1" dirty="0">
                <a:latin typeface="Consolas" panose="020B0609020204030204" pitchFamily="49" charset="0"/>
              </a:rPr>
              <a:t>   }</a:t>
            </a:r>
          </a:p>
          <a:p>
            <a:r>
              <a:rPr lang="en-CA" b="1" dirty="0">
                <a:latin typeface="Consolas" panose="020B0609020204030204" pitchFamily="49" charset="0"/>
              </a:rPr>
              <a:t>   private </a:t>
            </a:r>
            <a:r>
              <a:rPr lang="en-CA" b="1" dirty="0" err="1">
                <a:latin typeface="Consolas" panose="020B0609020204030204" pitchFamily="49" charset="0"/>
              </a:rPr>
              <a:t>LoanRecord</a:t>
            </a:r>
            <a:r>
              <a:rPr lang="en-CA" b="1" dirty="0">
                <a:latin typeface="Consolas" panose="020B0609020204030204" pitchFamily="49" charset="0"/>
              </a:rPr>
              <a:t> </a:t>
            </a:r>
            <a:r>
              <a:rPr lang="en-CA" b="1" dirty="0" err="1">
                <a:latin typeface="Consolas" panose="020B0609020204030204" pitchFamily="49" charset="0"/>
              </a:rPr>
              <a:t>inputData</a:t>
            </a:r>
            <a:r>
              <a:rPr lang="en-CA" b="1" dirty="0">
                <a:latin typeface="Consolas" panose="020B0609020204030204" pitchFamily="49" charset="0"/>
              </a:rPr>
              <a:t>() {</a:t>
            </a:r>
          </a:p>
          <a:p>
            <a:r>
              <a:rPr lang="en-CA" b="1" dirty="0">
                <a:latin typeface="Consolas" panose="020B0609020204030204" pitchFamily="49" charset="0"/>
              </a:rPr>
              <a:t>      var loan = </a:t>
            </a:r>
            <a:r>
              <a:rPr lang="en-CA" b="1" dirty="0" err="1">
                <a:latin typeface="Consolas" panose="020B0609020204030204" pitchFamily="49" charset="0"/>
              </a:rPr>
              <a:t>Double.parseDouble</a:t>
            </a:r>
            <a:r>
              <a:rPr lang="en-CA" b="1" dirty="0">
                <a:latin typeface="Consolas" panose="020B0609020204030204" pitchFamily="49" charset="0"/>
              </a:rPr>
              <a:t>(</a:t>
            </a:r>
            <a:r>
              <a:rPr lang="en-CA" b="1" dirty="0" err="1">
                <a:latin typeface="Consolas" panose="020B0609020204030204" pitchFamily="49" charset="0"/>
              </a:rPr>
              <a:t>IO.readln</a:t>
            </a:r>
            <a:r>
              <a:rPr lang="en-CA" b="1" dirty="0">
                <a:latin typeface="Consolas" panose="020B0609020204030204" pitchFamily="49" charset="0"/>
              </a:rPr>
              <a:t>("Loan &gt;&gt; "));</a:t>
            </a:r>
          </a:p>
          <a:p>
            <a:r>
              <a:rPr lang="en-CA" b="1" dirty="0">
                <a:latin typeface="Consolas" panose="020B0609020204030204" pitchFamily="49" charset="0"/>
              </a:rPr>
              <a:t>      var interest = </a:t>
            </a:r>
            <a:r>
              <a:rPr lang="en-CA" b="1" dirty="0" err="1">
                <a:latin typeface="Consolas" panose="020B0609020204030204" pitchFamily="49" charset="0"/>
              </a:rPr>
              <a:t>Double.parseDouble</a:t>
            </a:r>
            <a:r>
              <a:rPr lang="en-CA" b="1" dirty="0">
                <a:latin typeface="Consolas" panose="020B0609020204030204" pitchFamily="49" charset="0"/>
              </a:rPr>
              <a:t>(</a:t>
            </a:r>
            <a:r>
              <a:rPr lang="en-CA" b="1" dirty="0" err="1">
                <a:latin typeface="Consolas" panose="020B0609020204030204" pitchFamily="49" charset="0"/>
              </a:rPr>
              <a:t>IO.readln</a:t>
            </a:r>
            <a:r>
              <a:rPr lang="en-CA" b="1" dirty="0">
                <a:latin typeface="Consolas" panose="020B0609020204030204" pitchFamily="49" charset="0"/>
              </a:rPr>
              <a:t>("Interest &gt;&gt; "));</a:t>
            </a:r>
          </a:p>
          <a:p>
            <a:r>
              <a:rPr lang="en-CA" b="1" dirty="0">
                <a:latin typeface="Consolas" panose="020B0609020204030204" pitchFamily="49" charset="0"/>
              </a:rPr>
              <a:t>      var term = </a:t>
            </a:r>
            <a:r>
              <a:rPr lang="en-CA" b="1" dirty="0" err="1">
                <a:latin typeface="Consolas" panose="020B0609020204030204" pitchFamily="49" charset="0"/>
              </a:rPr>
              <a:t>Double.parseDouble</a:t>
            </a:r>
            <a:r>
              <a:rPr lang="en-CA" b="1" dirty="0">
                <a:latin typeface="Consolas" panose="020B0609020204030204" pitchFamily="49" charset="0"/>
              </a:rPr>
              <a:t>(</a:t>
            </a:r>
            <a:r>
              <a:rPr lang="en-CA" b="1" dirty="0" err="1">
                <a:latin typeface="Consolas" panose="020B0609020204030204" pitchFamily="49" charset="0"/>
              </a:rPr>
              <a:t>IO.readln</a:t>
            </a:r>
            <a:r>
              <a:rPr lang="en-CA" b="1" dirty="0">
                <a:latin typeface="Consolas" panose="020B0609020204030204" pitchFamily="49" charset="0"/>
              </a:rPr>
              <a:t>("Term &gt;&gt; "));</a:t>
            </a:r>
          </a:p>
          <a:p>
            <a:r>
              <a:rPr lang="en-CA" b="1" dirty="0">
                <a:latin typeface="Consolas" panose="020B0609020204030204" pitchFamily="49" charset="0"/>
              </a:rPr>
              <a:t>      return new </a:t>
            </a:r>
            <a:r>
              <a:rPr lang="en-CA" b="1" dirty="0" err="1">
                <a:latin typeface="Consolas" panose="020B0609020204030204" pitchFamily="49" charset="0"/>
              </a:rPr>
              <a:t>LoanRecord</a:t>
            </a:r>
            <a:r>
              <a:rPr lang="en-CA" b="1" dirty="0">
                <a:latin typeface="Consolas" panose="020B0609020204030204" pitchFamily="49" charset="0"/>
              </a:rPr>
              <a:t>(loan, interest, term);</a:t>
            </a:r>
          </a:p>
          <a:p>
            <a:r>
              <a:rPr lang="en-CA" b="1" dirty="0">
                <a:latin typeface="Consolas" panose="020B0609020204030204" pitchFamily="49" charset="0"/>
              </a:rPr>
              <a:t>   }</a:t>
            </a:r>
          </a:p>
          <a:p>
            <a:r>
              <a:rPr lang="en-CA" b="1" dirty="0">
                <a:latin typeface="Consolas" panose="020B0609020204030204" pitchFamily="49" charset="0"/>
              </a:rPr>
              <a:t>   private double </a:t>
            </a:r>
            <a:r>
              <a:rPr lang="en-CA" b="1" dirty="0" err="1">
                <a:latin typeface="Consolas" panose="020B0609020204030204" pitchFamily="49" charset="0"/>
              </a:rPr>
              <a:t>processData</a:t>
            </a:r>
            <a:r>
              <a:rPr lang="en-CA" b="1" dirty="0">
                <a:latin typeface="Consolas" panose="020B0609020204030204" pitchFamily="49" charset="0"/>
              </a:rPr>
              <a:t>(</a:t>
            </a:r>
            <a:r>
              <a:rPr lang="en-CA" b="1" dirty="0" err="1">
                <a:latin typeface="Consolas" panose="020B0609020204030204" pitchFamily="49" charset="0"/>
              </a:rPr>
              <a:t>LoanRecord</a:t>
            </a:r>
            <a:r>
              <a:rPr lang="en-CA" b="1" dirty="0">
                <a:latin typeface="Consolas" panose="020B0609020204030204" pitchFamily="49" charset="0"/>
              </a:rPr>
              <a:t> loan) {</a:t>
            </a:r>
          </a:p>
          <a:p>
            <a:r>
              <a:rPr lang="en-CA" b="1" dirty="0">
                <a:latin typeface="Consolas" panose="020B0609020204030204" pitchFamily="49" charset="0"/>
              </a:rPr>
              <a:t>      double </a:t>
            </a:r>
            <a:r>
              <a:rPr lang="en-CA" b="1" dirty="0" err="1">
                <a:latin typeface="Consolas" panose="020B0609020204030204" pitchFamily="49" charset="0"/>
              </a:rPr>
              <a:t>tempInterest</a:t>
            </a:r>
            <a:r>
              <a:rPr lang="en-CA" b="1" dirty="0">
                <a:latin typeface="Consolas" panose="020B0609020204030204" pitchFamily="49" charset="0"/>
              </a:rPr>
              <a:t> = </a:t>
            </a:r>
            <a:r>
              <a:rPr lang="en-CA" b="1" dirty="0" err="1">
                <a:latin typeface="Consolas" panose="020B0609020204030204" pitchFamily="49" charset="0"/>
              </a:rPr>
              <a:t>loan.interest</a:t>
            </a:r>
            <a:r>
              <a:rPr lang="en-CA" b="1" dirty="0">
                <a:latin typeface="Consolas" panose="020B0609020204030204" pitchFamily="49" charset="0"/>
              </a:rPr>
              <a:t>() / 12.0;</a:t>
            </a:r>
          </a:p>
          <a:p>
            <a:r>
              <a:rPr lang="en-CA" b="1" dirty="0">
                <a:latin typeface="Consolas" panose="020B0609020204030204" pitchFamily="49" charset="0"/>
              </a:rPr>
              <a:t>      double result = </a:t>
            </a:r>
            <a:r>
              <a:rPr lang="en-CA" b="1" dirty="0" err="1">
                <a:latin typeface="Consolas" panose="020B0609020204030204" pitchFamily="49" charset="0"/>
              </a:rPr>
              <a:t>loan.loan</a:t>
            </a:r>
            <a:r>
              <a:rPr lang="en-CA" b="1" dirty="0">
                <a:latin typeface="Consolas" panose="020B0609020204030204" pitchFamily="49" charset="0"/>
              </a:rPr>
              <a:t>() * (</a:t>
            </a:r>
            <a:r>
              <a:rPr lang="en-CA" b="1" dirty="0" err="1">
                <a:latin typeface="Consolas" panose="020B0609020204030204" pitchFamily="49" charset="0"/>
              </a:rPr>
              <a:t>tempInterest</a:t>
            </a:r>
            <a:r>
              <a:rPr lang="en-CA" b="1" dirty="0">
                <a:latin typeface="Consolas" panose="020B0609020204030204" pitchFamily="49" charset="0"/>
              </a:rPr>
              <a:t> /</a:t>
            </a:r>
          </a:p>
          <a:p>
            <a:r>
              <a:rPr lang="en-CA" b="1" dirty="0">
                <a:latin typeface="Consolas" panose="020B0609020204030204" pitchFamily="49" charset="0"/>
              </a:rPr>
              <a:t>              (1.0 - </a:t>
            </a:r>
            <a:r>
              <a:rPr lang="en-CA" b="1" dirty="0" err="1">
                <a:latin typeface="Consolas" panose="020B0609020204030204" pitchFamily="49" charset="0"/>
              </a:rPr>
              <a:t>Math.pow</a:t>
            </a:r>
            <a:r>
              <a:rPr lang="en-CA" b="1" dirty="0">
                <a:latin typeface="Consolas" panose="020B0609020204030204" pitchFamily="49" charset="0"/>
              </a:rPr>
              <a:t>((1.0 + </a:t>
            </a:r>
            <a:r>
              <a:rPr lang="en-CA" b="1" dirty="0" err="1">
                <a:latin typeface="Consolas" panose="020B0609020204030204" pitchFamily="49" charset="0"/>
              </a:rPr>
              <a:t>tempInterest</a:t>
            </a:r>
            <a:r>
              <a:rPr lang="en-CA" b="1" dirty="0">
                <a:latin typeface="Consolas" panose="020B0609020204030204" pitchFamily="49" charset="0"/>
              </a:rPr>
              <a:t>), -</a:t>
            </a:r>
            <a:r>
              <a:rPr lang="en-CA" b="1" dirty="0" err="1">
                <a:latin typeface="Consolas" panose="020B0609020204030204" pitchFamily="49" charset="0"/>
              </a:rPr>
              <a:t>loan.term</a:t>
            </a:r>
            <a:r>
              <a:rPr lang="en-CA" b="1" dirty="0">
                <a:latin typeface="Consolas" panose="020B0609020204030204" pitchFamily="49" charset="0"/>
              </a:rPr>
              <a:t>())));</a:t>
            </a:r>
          </a:p>
          <a:p>
            <a:r>
              <a:rPr lang="en-CA" b="1" dirty="0">
                <a:latin typeface="Consolas" panose="020B0609020204030204" pitchFamily="49" charset="0"/>
              </a:rPr>
              <a:t>      return result;</a:t>
            </a:r>
          </a:p>
          <a:p>
            <a:r>
              <a:rPr lang="en-CA" b="1" dirty="0">
                <a:latin typeface="Consolas" panose="020B0609020204030204" pitchFamily="49" charset="0"/>
              </a:rPr>
              <a:t>   }</a:t>
            </a:r>
          </a:p>
          <a:p>
            <a:r>
              <a:rPr lang="en-CA" b="1" dirty="0">
                <a:latin typeface="Consolas" panose="020B0609020204030204" pitchFamily="49" charset="0"/>
              </a:rPr>
              <a:t>   private void </a:t>
            </a:r>
            <a:r>
              <a:rPr lang="en-CA" b="1" dirty="0" err="1">
                <a:latin typeface="Consolas" panose="020B0609020204030204" pitchFamily="49" charset="0"/>
              </a:rPr>
              <a:t>outputResult</a:t>
            </a:r>
            <a:r>
              <a:rPr lang="en-CA" b="1" dirty="0">
                <a:latin typeface="Consolas" panose="020B0609020204030204" pitchFamily="49" charset="0"/>
              </a:rPr>
              <a:t>(double result) {</a:t>
            </a:r>
          </a:p>
          <a:p>
            <a:r>
              <a:rPr lang="en-CA" b="1" dirty="0">
                <a:latin typeface="Consolas" panose="020B0609020204030204" pitchFamily="49" charset="0"/>
              </a:rPr>
              <a:t>      </a:t>
            </a:r>
            <a:r>
              <a:rPr lang="en-CA" b="1" dirty="0" err="1">
                <a:latin typeface="Consolas" panose="020B0609020204030204" pitchFamily="49" charset="0"/>
              </a:rPr>
              <a:t>IO.println</a:t>
            </a:r>
            <a:r>
              <a:rPr lang="en-CA" b="1" dirty="0">
                <a:latin typeface="Consolas" panose="020B0609020204030204" pitchFamily="49" charset="0"/>
              </a:rPr>
              <a:t>("Monthly Payment &gt;&gt; " + </a:t>
            </a:r>
            <a:r>
              <a:rPr lang="en-CA" b="1" dirty="0" err="1">
                <a:latin typeface="Consolas" panose="020B0609020204030204" pitchFamily="49" charset="0"/>
              </a:rPr>
              <a:t>String.format</a:t>
            </a:r>
            <a:r>
              <a:rPr lang="en-CA" b="1" dirty="0">
                <a:latin typeface="Consolas" panose="020B0609020204030204" pitchFamily="49" charset="0"/>
              </a:rPr>
              <a:t>("%.2f", result));</a:t>
            </a:r>
          </a:p>
          <a:p>
            <a:r>
              <a:rPr lang="en-CA" b="1" dirty="0">
                <a:latin typeface="Consolas" panose="020B0609020204030204" pitchFamily="49" charset="0"/>
              </a:rPr>
              <a:t>   }</a:t>
            </a:r>
          </a:p>
          <a:p>
            <a:r>
              <a:rPr lang="en-CA" b="1" dirty="0">
                <a:latin typeface="Consolas" panose="020B0609020204030204" pitchFamily="49" charset="0"/>
              </a:rPr>
              <a:t>}</a:t>
            </a:r>
          </a:p>
          <a:p>
            <a:r>
              <a:rPr lang="en-CA" b="1" dirty="0">
                <a:latin typeface="Consolas" panose="020B0609020204030204" pitchFamily="49" charset="0"/>
              </a:rPr>
              <a:t>record </a:t>
            </a:r>
            <a:r>
              <a:rPr lang="en-CA" b="1" dirty="0" err="1">
                <a:latin typeface="Consolas" panose="020B0609020204030204" pitchFamily="49" charset="0"/>
              </a:rPr>
              <a:t>LoanRecord</a:t>
            </a:r>
            <a:r>
              <a:rPr lang="en-CA" b="1" dirty="0">
                <a:latin typeface="Consolas" panose="020B0609020204030204" pitchFamily="49" charset="0"/>
              </a:rPr>
              <a:t>(double loan, double interest, double term) {}</a:t>
            </a:r>
          </a:p>
        </p:txBody>
      </p:sp>
    </p:spTree>
    <p:extLst>
      <p:ext uri="{BB962C8B-B14F-4D97-AF65-F5344CB8AC3E}">
        <p14:creationId xmlns:p14="http://schemas.microsoft.com/office/powerpoint/2010/main" val="16985906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759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cxnSp>
        <p:nvCxnSpPr>
          <p:cNvPr id="11" name="Straight Connector 10">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9370D8BD-AB8C-DB41-AB39-217E12C0C32C}"/>
              </a:ext>
            </a:extLst>
          </p:cNvPr>
          <p:cNvSpPr>
            <a:spLocks noGrp="1"/>
          </p:cNvSpPr>
          <p:nvPr>
            <p:ph type="title"/>
          </p:nvPr>
        </p:nvSpPr>
        <p:spPr/>
        <p:txBody>
          <a:bodyPr/>
          <a:lstStyle/>
          <a:p>
            <a:endParaRPr lang="en-US"/>
          </a:p>
        </p:txBody>
      </p:sp>
      <p:sp>
        <p:nvSpPr>
          <p:cNvPr id="8" name="Content Placeholder 7">
            <a:extLst>
              <a:ext uri="{FF2B5EF4-FFF2-40B4-BE49-F238E27FC236}">
                <a16:creationId xmlns:a16="http://schemas.microsoft.com/office/drawing/2014/main" id="{54E4038A-E106-F34E-8997-8D7268A4632B}"/>
              </a:ext>
            </a:extLst>
          </p:cNvPr>
          <p:cNvSpPr>
            <a:spLocks noGrp="1"/>
          </p:cNvSpPr>
          <p:nvPr>
            <p:ph idx="1"/>
          </p:nvPr>
        </p:nvSpPr>
        <p:spPr/>
        <p:txBody>
          <a:bodyPr/>
          <a:lstStyle/>
          <a:p>
            <a:endParaRPr lang="en-US"/>
          </a:p>
        </p:txBody>
      </p:sp>
      <p:sp>
        <p:nvSpPr>
          <p:cNvPr id="10" name="Rectangle 9">
            <a:extLst>
              <a:ext uri="{FF2B5EF4-FFF2-40B4-BE49-F238E27FC236}">
                <a16:creationId xmlns:a16="http://schemas.microsoft.com/office/drawing/2014/main" id="{33F44A7D-3C6F-1449-B33C-405A4FD2BEFB}"/>
              </a:ext>
            </a:extLst>
          </p:cNvPr>
          <p:cNvSpPr/>
          <p:nvPr/>
        </p:nvSpPr>
        <p:spPr>
          <a:xfrm>
            <a:off x="0" y="0"/>
            <a:ext cx="12192000" cy="6858000"/>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A3E2CC2A-B49A-E94F-97D1-FADEE53386A3}"/>
              </a:ext>
            </a:extLst>
          </p:cNvPr>
          <p:cNvSpPr txBox="1">
            <a:spLocks/>
          </p:cNvSpPr>
          <p:nvPr/>
        </p:nvSpPr>
        <p:spPr>
          <a:xfrm>
            <a:off x="408747" y="681037"/>
            <a:ext cx="6782930" cy="122565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3800" dirty="0">
                <a:solidFill>
                  <a:schemeClr val="bg1"/>
                </a:solidFill>
              </a:rPr>
              <a:t>Machine Learning y Big Data </a:t>
            </a:r>
            <a:r>
              <a:rPr lang="en-CA" sz="3800" dirty="0" err="1">
                <a:solidFill>
                  <a:schemeClr val="bg1"/>
                </a:solidFill>
              </a:rPr>
              <a:t>VisiRec</a:t>
            </a:r>
            <a:r>
              <a:rPr lang="en-CA" sz="3800" dirty="0">
                <a:solidFill>
                  <a:schemeClr val="bg1"/>
                </a:solidFill>
              </a:rPr>
              <a:t> JSR 381</a:t>
            </a:r>
          </a:p>
        </p:txBody>
      </p:sp>
      <p:sp>
        <p:nvSpPr>
          <p:cNvPr id="15" name="Content Placeholder 2">
            <a:extLst>
              <a:ext uri="{FF2B5EF4-FFF2-40B4-BE49-F238E27FC236}">
                <a16:creationId xmlns:a16="http://schemas.microsoft.com/office/drawing/2014/main" id="{1B69B38C-46E4-6E41-B1F5-C7E9411BABD4}"/>
              </a:ext>
            </a:extLst>
          </p:cNvPr>
          <p:cNvSpPr txBox="1">
            <a:spLocks/>
          </p:cNvSpPr>
          <p:nvPr/>
        </p:nvSpPr>
        <p:spPr>
          <a:xfrm>
            <a:off x="468316" y="2141508"/>
            <a:ext cx="4586513" cy="36477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dirty="0">
                <a:solidFill>
                  <a:schemeClr val="bg1"/>
                </a:solidFill>
              </a:rPr>
              <a:t>¡Java ahora hace machine learning!</a:t>
            </a:r>
          </a:p>
          <a:p>
            <a:r>
              <a:rPr lang="en-CA" dirty="0">
                <a:solidFill>
                  <a:schemeClr val="bg1"/>
                </a:solidFill>
              </a:rPr>
              <a:t>La Deep Java Library (DJL) de Amazon es una de varias implementaciones de este nuevo JSR</a:t>
            </a:r>
          </a:p>
          <a:p>
            <a:r>
              <a:rPr lang="en-CA" dirty="0">
                <a:solidFill>
                  <a:schemeClr val="bg1"/>
                </a:solidFill>
              </a:rPr>
              <a:t>La profundidad y amplitud de las herramientas de Java lo convierten en la mejor plataforma para ML</a:t>
            </a:r>
            <a:br>
              <a:rPr lang="en-CA" dirty="0">
                <a:solidFill>
                  <a:schemeClr val="bg1"/>
                </a:solidFill>
              </a:rPr>
            </a:br>
            <a:endParaRPr lang="en-CA" dirty="0">
              <a:solidFill>
                <a:schemeClr val="bg1"/>
              </a:solidFill>
            </a:endParaRPr>
          </a:p>
        </p:txBody>
      </p:sp>
      <p:pic>
        <p:nvPicPr>
          <p:cNvPr id="16" name="Picture 15">
            <a:extLst>
              <a:ext uri="{FF2B5EF4-FFF2-40B4-BE49-F238E27FC236}">
                <a16:creationId xmlns:a16="http://schemas.microsoft.com/office/drawing/2014/main" id="{6E4968FD-9269-864F-A690-2CAD73C79526}"/>
              </a:ext>
            </a:extLst>
          </p:cNvPr>
          <p:cNvPicPr>
            <a:picLocks noChangeAspect="1"/>
          </p:cNvPicPr>
          <p:nvPr/>
        </p:nvPicPr>
        <p:blipFill>
          <a:blip r:embed="rId3"/>
          <a:stretch>
            <a:fillRect/>
          </a:stretch>
        </p:blipFill>
        <p:spPr>
          <a:xfrm>
            <a:off x="6096000" y="2067600"/>
            <a:ext cx="5666547" cy="3187432"/>
          </a:xfrm>
          <a:prstGeom prst="rect">
            <a:avLst/>
          </a:prstGeom>
        </p:spPr>
      </p:pic>
      <p:sp>
        <p:nvSpPr>
          <p:cNvPr id="17" name="TextBox 16">
            <a:extLst>
              <a:ext uri="{FF2B5EF4-FFF2-40B4-BE49-F238E27FC236}">
                <a16:creationId xmlns:a16="http://schemas.microsoft.com/office/drawing/2014/main" id="{28D482E7-00B1-4C4A-BD54-25873110B61F}"/>
              </a:ext>
            </a:extLst>
          </p:cNvPr>
          <p:cNvSpPr txBox="1"/>
          <p:nvPr/>
        </p:nvSpPr>
        <p:spPr>
          <a:xfrm>
            <a:off x="9180373" y="123298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5425798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439FF-FD37-AF3E-6D0D-2430433BF80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1CC0D31-0A48-0A34-56C1-6FCE2B2864B9}"/>
              </a:ext>
            </a:extLst>
          </p:cNvPr>
          <p:cNvSpPr>
            <a:spLocks noGrp="1"/>
          </p:cNvSpPr>
          <p:nvPr>
            <p:ph idx="1"/>
          </p:nvPr>
        </p:nvSpPr>
        <p:spPr/>
        <p:txBody>
          <a:bodyPr/>
          <a:lstStyle/>
          <a:p>
            <a:endParaRPr lang="en-CA"/>
          </a:p>
        </p:txBody>
      </p:sp>
      <p:sp>
        <p:nvSpPr>
          <p:cNvPr id="10" name="Rectangle 9">
            <a:extLst>
              <a:ext uri="{FF2B5EF4-FFF2-40B4-BE49-F238E27FC236}">
                <a16:creationId xmlns:a16="http://schemas.microsoft.com/office/drawing/2014/main" id="{33F44A7D-3C6F-1449-B33C-405A4FD2BEFB}"/>
              </a:ext>
            </a:extLst>
          </p:cNvPr>
          <p:cNvSpPr/>
          <p:nvPr/>
        </p:nvSpPr>
        <p:spPr>
          <a:xfrm>
            <a:off x="0" y="7883"/>
            <a:ext cx="12192000" cy="6858000"/>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A3E2CC2A-B49A-E94F-97D1-FADEE53386A3}"/>
              </a:ext>
            </a:extLst>
          </p:cNvPr>
          <p:cNvSpPr txBox="1">
            <a:spLocks/>
          </p:cNvSpPr>
          <p:nvPr/>
        </p:nvSpPr>
        <p:spPr>
          <a:xfrm>
            <a:off x="342321" y="439385"/>
            <a:ext cx="11265619" cy="818866"/>
          </a:xfrm>
          <a:prstGeom prst="rect">
            <a:avLst/>
          </a:prstGeom>
        </p:spPr>
        <p:txBody>
          <a:bodyPr vert="horz" lIns="91440" tIns="45720" rIns="91440" bIns="45720" rtlCol="0" anchor="b">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dirty="0">
                <a:solidFill>
                  <a:schemeClr val="bg1"/>
                </a:solidFill>
              </a:rPr>
              <a:t>¿Por qué Python se usa ampliamente para IA/ML?</a:t>
            </a:r>
          </a:p>
        </p:txBody>
      </p:sp>
      <p:sp>
        <p:nvSpPr>
          <p:cNvPr id="15" name="Content Placeholder 2">
            <a:extLst>
              <a:ext uri="{FF2B5EF4-FFF2-40B4-BE49-F238E27FC236}">
                <a16:creationId xmlns:a16="http://schemas.microsoft.com/office/drawing/2014/main" id="{1B69B38C-46E4-6E41-B1F5-C7E9411BABD4}"/>
              </a:ext>
            </a:extLst>
          </p:cNvPr>
          <p:cNvSpPr txBox="1">
            <a:spLocks/>
          </p:cNvSpPr>
          <p:nvPr/>
        </p:nvSpPr>
        <p:spPr>
          <a:xfrm>
            <a:off x="149772" y="1489841"/>
            <a:ext cx="7719168" cy="51474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dirty="0">
                <a:solidFill>
                  <a:schemeClr val="bg1"/>
                </a:solidFill>
              </a:rPr>
              <a:t>Python está escrito en C, de modo que puede interactuar fácilmente con bibliotecas en C</a:t>
            </a:r>
          </a:p>
          <a:p>
            <a:r>
              <a:rPr lang="en-CA" dirty="0">
                <a:solidFill>
                  <a:schemeClr val="bg1"/>
                </a:solidFill>
              </a:rPr>
              <a:t>Como muchas bibliotecas de IA/ML están escritas en C, Python puede interactuar con ellas más fácilmente</a:t>
            </a:r>
          </a:p>
          <a:p>
            <a:r>
              <a:rPr lang="en-CA" dirty="0">
                <a:solidFill>
                  <a:schemeClr val="bg1"/>
                </a:solidFill>
              </a:rPr>
              <a:t>Una debilidad de Java ha sido la interacción con otros lenguajes</a:t>
            </a:r>
          </a:p>
          <a:p>
            <a:r>
              <a:rPr lang="en-CA" sz="3200" dirty="0">
                <a:solidFill>
                  <a:schemeClr val="bg1"/>
                </a:solidFill>
              </a:rPr>
              <a:t>Con Java 22 contamos con la Foreign Function &amp; Memory API, que simplificará enormemente el acceso a bibliotecas en C</a:t>
            </a:r>
          </a:p>
        </p:txBody>
      </p:sp>
      <p:pic>
        <p:nvPicPr>
          <p:cNvPr id="16" name="Picture 15">
            <a:extLst>
              <a:ext uri="{FF2B5EF4-FFF2-40B4-BE49-F238E27FC236}">
                <a16:creationId xmlns:a16="http://schemas.microsoft.com/office/drawing/2014/main" id="{6E4968FD-9269-864F-A690-2CAD73C79526}"/>
              </a:ext>
            </a:extLst>
          </p:cNvPr>
          <p:cNvPicPr>
            <a:picLocks noChangeAspect="1"/>
          </p:cNvPicPr>
          <p:nvPr/>
        </p:nvPicPr>
        <p:blipFill>
          <a:blip r:embed="rId3"/>
          <a:stretch>
            <a:fillRect/>
          </a:stretch>
        </p:blipFill>
        <p:spPr>
          <a:xfrm>
            <a:off x="8123080" y="2067600"/>
            <a:ext cx="3639467" cy="2047200"/>
          </a:xfrm>
          <a:prstGeom prst="rect">
            <a:avLst/>
          </a:prstGeom>
        </p:spPr>
      </p:pic>
      <p:sp>
        <p:nvSpPr>
          <p:cNvPr id="17" name="TextBox 16">
            <a:extLst>
              <a:ext uri="{FF2B5EF4-FFF2-40B4-BE49-F238E27FC236}">
                <a16:creationId xmlns:a16="http://schemas.microsoft.com/office/drawing/2014/main" id="{28D482E7-00B1-4C4A-BD54-25873110B61F}"/>
              </a:ext>
            </a:extLst>
          </p:cNvPr>
          <p:cNvSpPr txBox="1"/>
          <p:nvPr/>
        </p:nvSpPr>
        <p:spPr>
          <a:xfrm>
            <a:off x="9180373" y="123298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5442083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4" y="448055"/>
            <a:ext cx="3414370"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19227"/>
            <a:ext cx="3414369"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2" name="Rectangle 11">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4603" y="448055"/>
            <a:ext cx="7688475"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110A83-5826-48DC-B4D9-C4547B373D07}"/>
              </a:ext>
            </a:extLst>
          </p:cNvPr>
          <p:cNvSpPr>
            <a:spLocks noGrp="1"/>
          </p:cNvSpPr>
          <p:nvPr>
            <p:ph idx="1"/>
          </p:nvPr>
        </p:nvSpPr>
        <p:spPr>
          <a:xfrm>
            <a:off x="4379709" y="686862"/>
            <a:ext cx="7037591" cy="5475129"/>
          </a:xfrm>
        </p:spPr>
        <p:txBody>
          <a:bodyPr anchor="ctr">
            <a:normAutofit/>
          </a:bodyPr>
          <a:lstStyle/>
          <a:p>
            <a:r>
              <a:rPr lang="en-CA" dirty="0"/>
              <a:t>Kotlin, Scala, Groovy, Clojure y más</a:t>
            </a:r>
          </a:p>
          <a:p>
            <a:r>
              <a:rPr lang="en-CA" dirty="0"/>
              <a:t>Incluso existe una versión de Python llamada </a:t>
            </a:r>
            <a:r>
              <a:rPr lang="en-CA" dirty="0" err="1"/>
              <a:t>Jython</a:t>
            </a:r>
            <a:r>
              <a:rPr lang="en-CA" dirty="0"/>
              <a:t> que se ejecuta en la JVM y admite la interoperabilidad entre Java y Python</a:t>
            </a:r>
          </a:p>
        </p:txBody>
      </p:sp>
      <p:sp>
        <p:nvSpPr>
          <p:cNvPr id="5" name="Rectangle 4">
            <a:extLst>
              <a:ext uri="{FF2B5EF4-FFF2-40B4-BE49-F238E27FC236}">
                <a16:creationId xmlns:a16="http://schemas.microsoft.com/office/drawing/2014/main" id="{F9B0BC55-7941-4A41-B9C5-84FFD65011B7}"/>
              </a:ext>
            </a:extLst>
          </p:cNvPr>
          <p:cNvSpPr/>
          <p:nvPr/>
        </p:nvSpPr>
        <p:spPr>
          <a:xfrm>
            <a:off x="466343" y="4419227"/>
            <a:ext cx="3414369" cy="1979852"/>
          </a:xfrm>
          <a:prstGeom prst="rect">
            <a:avLst/>
          </a:prstGeom>
          <a:solidFill>
            <a:srgbClr val="007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349927F-8FEA-6743-9848-416ABAA63FB6}"/>
              </a:ext>
            </a:extLst>
          </p:cNvPr>
          <p:cNvSpPr/>
          <p:nvPr/>
        </p:nvSpPr>
        <p:spPr>
          <a:xfrm>
            <a:off x="448762" y="437894"/>
            <a:ext cx="3431950" cy="3811418"/>
          </a:xfrm>
          <a:prstGeom prst="rect">
            <a:avLst/>
          </a:prstGeom>
          <a:solidFill>
            <a:srgbClr val="F492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5323D71E-AD31-A149-9F73-6AADA65A30BB}"/>
              </a:ext>
            </a:extLst>
          </p:cNvPr>
          <p:cNvSpPr txBox="1">
            <a:spLocks/>
          </p:cNvSpPr>
          <p:nvPr/>
        </p:nvSpPr>
        <p:spPr>
          <a:xfrm>
            <a:off x="777240" y="731519"/>
            <a:ext cx="2845191" cy="32375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3800">
                <a:solidFill>
                  <a:srgbClr val="FFFFFF"/>
                </a:solidFill>
              </a:rPr>
              <a:t>La Máquina Virtual de Java – Hogar de más que solo Java</a:t>
            </a:r>
            <a:endParaRPr lang="en-CA" sz="3800" dirty="0">
              <a:solidFill>
                <a:srgbClr val="FFFFFF"/>
              </a:solidFill>
            </a:endParaRPr>
          </a:p>
        </p:txBody>
      </p:sp>
    </p:spTree>
    <p:extLst>
      <p:ext uri="{BB962C8B-B14F-4D97-AF65-F5344CB8AC3E}">
        <p14:creationId xmlns:p14="http://schemas.microsoft.com/office/powerpoint/2010/main" val="1979469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E1224E-6618-482E-BE87-321A7FC1CD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6FF56E-872F-3F2B-984C-19ECAC162F5C}"/>
              </a:ext>
            </a:extLst>
          </p:cNvPr>
          <p:cNvSpPr>
            <a:spLocks noGrp="1"/>
          </p:cNvSpPr>
          <p:nvPr>
            <p:ph type="title"/>
          </p:nvPr>
        </p:nvSpPr>
        <p:spPr>
          <a:xfrm>
            <a:off x="659234" y="957447"/>
            <a:ext cx="3383280" cy="4943105"/>
          </a:xfrm>
        </p:spPr>
        <p:txBody>
          <a:bodyPr anchor="ctr">
            <a:normAutofit/>
          </a:bodyPr>
          <a:lstStyle/>
          <a:p>
            <a:r>
              <a:rPr lang="en-US" sz="5400" b="1" dirty="0"/>
              <a:t>¿Por qué enseñar Java a los estudiantes?</a:t>
            </a:r>
            <a:endParaRPr lang="en-CA" sz="5400" b="1" dirty="0"/>
          </a:p>
        </p:txBody>
      </p:sp>
      <p:sp>
        <p:nvSpPr>
          <p:cNvPr id="11" name="Rectangle 10">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8126"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9234" y="6163056"/>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CD8BE1EF-94BB-E9CF-6CEC-4BCCE91F4AB6}"/>
              </a:ext>
            </a:extLst>
          </p:cNvPr>
          <p:cNvGraphicFramePr>
            <a:graphicFrameLocks noGrp="1"/>
          </p:cNvGraphicFramePr>
          <p:nvPr>
            <p:ph idx="1"/>
            <p:extLst>
              <p:ext uri="{D42A27DB-BD31-4B8C-83A1-F6EECF244321}">
                <p14:modId xmlns:p14="http://schemas.microsoft.com/office/powerpoint/2010/main" val="463744389"/>
              </p:ext>
            </p:extLst>
          </p:nvPr>
        </p:nvGraphicFramePr>
        <p:xfrm>
          <a:off x="4549514" y="621792"/>
          <a:ext cx="6807333" cy="55412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42326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4335327"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Content Placeholder 2">
            <a:extLst>
              <a:ext uri="{FF2B5EF4-FFF2-40B4-BE49-F238E27FC236}">
                <a16:creationId xmlns:a16="http://schemas.microsoft.com/office/drawing/2014/main" id="{1874C595-9A86-47B9-9504-E95CD3D54083}"/>
              </a:ext>
            </a:extLst>
          </p:cNvPr>
          <p:cNvGraphicFramePr>
            <a:graphicFrameLocks noGrp="1"/>
          </p:cNvGraphicFramePr>
          <p:nvPr>
            <p:ph idx="1"/>
            <p:extLst>
              <p:ext uri="{D42A27DB-BD31-4B8C-83A1-F6EECF244321}">
                <p14:modId xmlns:p14="http://schemas.microsoft.com/office/powerpoint/2010/main" val="317786524"/>
              </p:ext>
            </p:extLst>
          </p:nvPr>
        </p:nvGraphicFramePr>
        <p:xfrm>
          <a:off x="5071048" y="492659"/>
          <a:ext cx="6588691" cy="58967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a:extLst>
              <a:ext uri="{FF2B5EF4-FFF2-40B4-BE49-F238E27FC236}">
                <a16:creationId xmlns:a16="http://schemas.microsoft.com/office/drawing/2014/main" id="{89501F50-7DF0-7D4D-ACAA-6C7CD1C02FAB}"/>
              </a:ext>
            </a:extLst>
          </p:cNvPr>
          <p:cNvSpPr/>
          <p:nvPr/>
        </p:nvSpPr>
        <p:spPr>
          <a:xfrm>
            <a:off x="-1" y="0"/>
            <a:ext cx="497305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6" name="Rectangle 5">
            <a:extLst>
              <a:ext uri="{FF2B5EF4-FFF2-40B4-BE49-F238E27FC236}">
                <a16:creationId xmlns:a16="http://schemas.microsoft.com/office/drawing/2014/main" id="{5B170F19-217C-2C4F-8DD0-0A8B12343DA0}"/>
              </a:ext>
            </a:extLst>
          </p:cNvPr>
          <p:cNvSpPr/>
          <p:nvPr/>
        </p:nvSpPr>
        <p:spPr>
          <a:xfrm>
            <a:off x="-1" y="0"/>
            <a:ext cx="4463608" cy="6978316"/>
          </a:xfrm>
          <a:prstGeom prst="rect">
            <a:avLst/>
          </a:prstGeom>
          <a:solidFill>
            <a:srgbClr val="00759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E323842-6F73-7C4A-910C-F790500F7455}"/>
              </a:ext>
            </a:extLst>
          </p:cNvPr>
          <p:cNvSpPr>
            <a:spLocks noGrp="1"/>
          </p:cNvSpPr>
          <p:nvPr>
            <p:ph type="title"/>
          </p:nvPr>
        </p:nvSpPr>
        <p:spPr>
          <a:xfrm>
            <a:off x="128280" y="943963"/>
            <a:ext cx="4335327" cy="5256371"/>
          </a:xfrm>
        </p:spPr>
        <p:txBody>
          <a:bodyPr>
            <a:normAutofit/>
          </a:bodyPr>
          <a:lstStyle/>
          <a:p>
            <a:r>
              <a:rPr lang="en-CA" sz="4000" dirty="0">
                <a:solidFill>
                  <a:schemeClr val="bg1"/>
                </a:solidFill>
              </a:rPr>
              <a:t>Conclusión – Acérquese a escuelas y maestros/profesores de todos los niveles</a:t>
            </a:r>
          </a:p>
        </p:txBody>
      </p:sp>
    </p:spTree>
    <p:extLst>
      <p:ext uri="{BB962C8B-B14F-4D97-AF65-F5344CB8AC3E}">
        <p14:creationId xmlns:p14="http://schemas.microsoft.com/office/powerpoint/2010/main" val="24021514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1B96AFF-D2A4-661D-392D-5BB17838D5AA}"/>
              </a:ext>
            </a:extLst>
          </p:cNvPr>
          <p:cNvPicPr>
            <a:picLocks noChangeAspect="1"/>
          </p:cNvPicPr>
          <p:nvPr/>
        </p:nvPicPr>
        <p:blipFill>
          <a:blip r:embed="rId2"/>
          <a:srcRect l="5884" r="-1" b="-1"/>
          <a:stretch>
            <a:fillRect/>
          </a:stretch>
        </p:blipFill>
        <p:spPr>
          <a:xfrm>
            <a:off x="1" y="10"/>
            <a:ext cx="9669642" cy="6857990"/>
          </a:xfrm>
          <a:prstGeom prst="rect">
            <a:avLst/>
          </a:prstGeom>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1975C7D-1320-F54D-4F7C-05F923AB61CE}"/>
              </a:ext>
            </a:extLst>
          </p:cNvPr>
          <p:cNvSpPr>
            <a:spLocks noGrp="1"/>
          </p:cNvSpPr>
          <p:nvPr>
            <p:ph type="title"/>
          </p:nvPr>
        </p:nvSpPr>
        <p:spPr>
          <a:xfrm>
            <a:off x="7531610" y="365125"/>
            <a:ext cx="3822189" cy="1899912"/>
          </a:xfrm>
        </p:spPr>
        <p:txBody>
          <a:bodyPr>
            <a:noAutofit/>
          </a:bodyPr>
          <a:lstStyle/>
          <a:p>
            <a:r>
              <a:rPr lang="en-US" sz="4800" dirty="0"/>
              <a:t>El nuevo sitio de Oracle para aprender Java</a:t>
            </a:r>
            <a:endParaRPr lang="en-CA" sz="4800" dirty="0"/>
          </a:p>
        </p:txBody>
      </p:sp>
      <p:sp>
        <p:nvSpPr>
          <p:cNvPr id="3" name="Content Placeholder 2">
            <a:extLst>
              <a:ext uri="{FF2B5EF4-FFF2-40B4-BE49-F238E27FC236}">
                <a16:creationId xmlns:a16="http://schemas.microsoft.com/office/drawing/2014/main" id="{9C4D8F89-0CD5-074D-E7B7-99DD868F104D}"/>
              </a:ext>
            </a:extLst>
          </p:cNvPr>
          <p:cNvSpPr>
            <a:spLocks noGrp="1"/>
          </p:cNvSpPr>
          <p:nvPr>
            <p:ph idx="1"/>
          </p:nvPr>
        </p:nvSpPr>
        <p:spPr>
          <a:xfrm>
            <a:off x="7531610" y="3428999"/>
            <a:ext cx="3822189" cy="2747963"/>
          </a:xfrm>
        </p:spPr>
        <p:txBody>
          <a:bodyPr>
            <a:normAutofit/>
          </a:bodyPr>
          <a:lstStyle/>
          <a:p>
            <a:r>
              <a:rPr lang="en-CA" sz="3600" dirty="0">
                <a:hlinkClick r:id="rId3"/>
              </a:rPr>
              <a:t>https://learn.java/</a:t>
            </a:r>
            <a:endParaRPr lang="en-CA" sz="3600" dirty="0"/>
          </a:p>
          <a:p>
            <a:endParaRPr lang="en-CA" sz="3600" dirty="0"/>
          </a:p>
        </p:txBody>
      </p:sp>
    </p:spTree>
    <p:extLst>
      <p:ext uri="{BB962C8B-B14F-4D97-AF65-F5344CB8AC3E}">
        <p14:creationId xmlns:p14="http://schemas.microsoft.com/office/powerpoint/2010/main" val="15827603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6E12C9-2B74-467B-945B-F8B4F38A6BA4}"/>
              </a:ext>
            </a:extLst>
          </p:cNvPr>
          <p:cNvSpPr/>
          <p:nvPr/>
        </p:nvSpPr>
        <p:spPr>
          <a:xfrm>
            <a:off x="1524003" y="1999615"/>
            <a:ext cx="9144000" cy="2764028"/>
          </a:xfrm>
          <a:prstGeom prst="rect">
            <a:avLst/>
          </a:prstGeom>
        </p:spPr>
        <p:txBody>
          <a:bodyPr vert="horz" lIns="91440" tIns="45720" rIns="91440" bIns="45720" rtlCol="0" anchor="ctr">
            <a:normAutofit fontScale="92500" lnSpcReduction="20000"/>
          </a:bodyPr>
          <a:lstStyle/>
          <a:p>
            <a:pPr algn="ctr">
              <a:lnSpc>
                <a:spcPct val="90000"/>
              </a:lnSpc>
              <a:spcBef>
                <a:spcPct val="0"/>
              </a:spcBef>
              <a:spcAft>
                <a:spcPts val="600"/>
              </a:spcAft>
            </a:pPr>
            <a:r>
              <a:rPr lang="en-US" sz="4800" dirty="0">
                <a:solidFill>
                  <a:srgbClr val="007590"/>
                </a:solidFill>
                <a:latin typeface="+mj-lt"/>
                <a:ea typeface="+mj-ea"/>
                <a:cs typeface="+mj-cs"/>
              </a:rPr>
              <a:t>El código de ejemplo se puede encontrar en:</a:t>
            </a:r>
          </a:p>
          <a:p>
            <a:pPr algn="ctr">
              <a:lnSpc>
                <a:spcPct val="90000"/>
              </a:lnSpc>
              <a:spcBef>
                <a:spcPct val="0"/>
              </a:spcBef>
              <a:spcAft>
                <a:spcPts val="600"/>
              </a:spcAft>
            </a:pPr>
            <a:endParaRPr lang="en-US" sz="4500" kern="1200" dirty="0">
              <a:solidFill>
                <a:schemeClr val="tx1"/>
              </a:solidFill>
              <a:latin typeface="+mj-lt"/>
              <a:ea typeface="+mj-ea"/>
              <a:cs typeface="+mj-cs"/>
            </a:endParaRPr>
          </a:p>
          <a:p>
            <a:pPr algn="ctr">
              <a:lnSpc>
                <a:spcPct val="90000"/>
              </a:lnSpc>
              <a:spcBef>
                <a:spcPct val="0"/>
              </a:spcBef>
              <a:spcAft>
                <a:spcPts val="600"/>
              </a:spcAft>
            </a:pPr>
            <a:r>
              <a:rPr lang="en-US" sz="4500" kern="1200" dirty="0">
                <a:solidFill>
                  <a:schemeClr val="tx1"/>
                </a:solidFill>
                <a:latin typeface="+mj-lt"/>
                <a:ea typeface="+mj-ea"/>
                <a:cs typeface="+mj-cs"/>
                <a:hlinkClick r:id="rId2">
                  <a:extLst>
                    <a:ext uri="{A12FA001-AC4F-418D-AE19-62706E023703}">
                      <ahyp:hlinkClr xmlns:ahyp="http://schemas.microsoft.com/office/drawing/2018/hyperlinkcolor" val="tx"/>
                    </a:ext>
                  </a:extLst>
                </a:hlinkClick>
              </a:rPr>
              <a:t>https://github.com/omniprof/JCP_EC_Education_WG_Presentation</a:t>
            </a:r>
            <a:endParaRPr lang="en-US" sz="4500" kern="1200" dirty="0">
              <a:solidFill>
                <a:schemeClr val="tx1"/>
              </a:solidFill>
              <a:latin typeface="+mj-lt"/>
              <a:ea typeface="+mj-ea"/>
              <a:cs typeface="+mj-cs"/>
            </a:endParaRPr>
          </a:p>
        </p:txBody>
      </p:sp>
    </p:spTree>
    <p:extLst>
      <p:ext uri="{BB962C8B-B14F-4D97-AF65-F5344CB8AC3E}">
        <p14:creationId xmlns:p14="http://schemas.microsoft.com/office/powerpoint/2010/main" val="39863383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17959</TotalTime>
  <Words>5589</Words>
  <Application>Microsoft Macintosh PowerPoint</Application>
  <PresentationFormat>Widescreen</PresentationFormat>
  <Paragraphs>588</Paragraphs>
  <Slides>45</Slides>
  <Notes>40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Calibri</vt:lpstr>
      <vt:lpstr>Calibri Light</vt:lpstr>
      <vt:lpstr>Consolas</vt:lpstr>
      <vt:lpstr>proxima-nova</vt:lpstr>
      <vt:lpstr>Raleway</vt:lpstr>
      <vt:lpstr>Office Theme</vt:lpstr>
      <vt:lpstr>Java en la Educación </vt:lpstr>
      <vt:lpstr>Antes de comenzar</vt:lpstr>
      <vt:lpstr>PowerPoint Presentation</vt:lpstr>
      <vt:lpstr>PowerPoint Presentation</vt:lpstr>
      <vt:lpstr>PowerPoint Presentation</vt:lpstr>
      <vt:lpstr>PowerPoint Presentation</vt:lpstr>
      <vt:lpstr>PowerPoint Presentation</vt:lpstr>
      <vt:lpstr>PowerPoint Presentation</vt:lpstr>
      <vt:lpstr>Mejoras del lenguaje Java</vt:lpstr>
      <vt:lpstr>JShell - Bucle de Lectura-Evaluación-Impresión (REPL) JDK 9</vt:lpstr>
      <vt:lpstr>JEP 458  - Ejecutar programas Multi-File Source-Code JDK 22</vt:lpstr>
      <vt:lpstr>JEP 458  - Ejecutar programas Multi-File Source-Code JDK 22</vt:lpstr>
      <vt:lpstr>¡Demasiadas decoraciones!</vt:lpstr>
      <vt:lpstr>Java 25 - Compact Source Files e Instance Main Methods</vt:lpstr>
      <vt:lpstr>Java 25 - Compact Source Files e Instance Main Methods</vt:lpstr>
      <vt:lpstr>Java 25 - Compact Source Files e Instance Main Methods</vt:lpstr>
      <vt:lpstr>Java 25 - Compact Source Files e Instance Main Methods</vt:lpstr>
      <vt:lpstr>Java 25 - Compact Source Files e Instance Main Methods</vt:lpstr>
      <vt:lpstr>Java 25 - Compact Source Files e Instance Main Methods</vt:lpstr>
      <vt:lpstr>var – reducción de la redundancia JDK 10</vt:lpstr>
      <vt:lpstr>text blocks (15)</vt:lpstr>
      <vt:lpstr>Concatenación al estilo antiguo</vt:lpstr>
      <vt:lpstr>Text Block al estilo nuevo JDK 15</vt:lpstr>
      <vt:lpstr>Pero espere, hay más . . . String formatted JDK 15</vt:lpstr>
      <vt:lpstr>switch – una expresión y sin necesidad de break JDK 14 </vt:lpstr>
      <vt:lpstr>¿Cuál preferiría aprender o enseñar?</vt:lpstr>
      <vt:lpstr>Java 21 El switch con pattern matching.</vt:lpstr>
      <vt:lpstr>Funciones en vista previa (Preview Features)</vt:lpstr>
      <vt:lpstr>Java 25 El switch con pattern matching de tipos primitivos (Preview).</vt:lpstr>
      <vt:lpstr>records – reducción de código repetitivo con un toque de inmutabilidad y una pizca de constructor compacto JDK 16</vt:lpstr>
      <vt:lpstr>Sin setters, solo simples getters.  equals implícito, hashCode y toString. Y qué agradable constructor compacto para la validación.</vt:lpstr>
      <vt:lpstr>Los virtuosos Virtual Threads Hilos de Java, no hilos del sistema operativo JDK 21.</vt:lpstr>
      <vt:lpstr>¿Qué está desplazando a Java?</vt:lpstr>
      <vt:lpstr>Comparemos Python con Java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¿Por qué enseñar Java a los estudiantes?</vt:lpstr>
      <vt:lpstr>Conclusión – Acérquese a escuelas y maestros/profesores de todos los niveles</vt:lpstr>
      <vt:lpstr>El nuevo sitio de Oracle para aprender Java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JCP EC Education WG</dc:title>
  <dc:creator>Kenneth Fogel</dc:creator>
  <cp:lastModifiedBy>BRAYAN  MUÑOZ VARGAS</cp:lastModifiedBy>
  <cp:revision>43</cp:revision>
  <cp:lastPrinted>2020-06-16T22:09:01Z</cp:lastPrinted>
  <dcterms:created xsi:type="dcterms:W3CDTF">2020-06-03T20:53:58Z</dcterms:created>
  <dcterms:modified xsi:type="dcterms:W3CDTF">2026-09-23T13:01:19Z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6665055-977f-4acd-9884-1bec8e5ad200_Enabled">
    <vt:lpwstr>true</vt:lpwstr>
  </property>
  <property fmtid="{D5CDD505-2E9C-101B-9397-08002B2CF9AE}" pid="3" name="MSIP_Label_56665055-977f-4acd-9884-1bec8e5ad200_SetDate">
    <vt:lpwstr>2025-06-06T23:59:28Z</vt:lpwstr>
  </property>
  <property fmtid="{D5CDD505-2E9C-101B-9397-08002B2CF9AE}" pid="4" name="MSIP_Label_56665055-977f-4acd-9884-1bec8e5ad200_Method">
    <vt:lpwstr>Standard</vt:lpwstr>
  </property>
  <property fmtid="{D5CDD505-2E9C-101B-9397-08002B2CF9AE}" pid="5" name="MSIP_Label_56665055-977f-4acd-9884-1bec8e5ad200_Name">
    <vt:lpwstr>Anyone ( Unrestricted )</vt:lpwstr>
  </property>
  <property fmtid="{D5CDD505-2E9C-101B-9397-08002B2CF9AE}" pid="6" name="MSIP_Label_56665055-977f-4acd-9884-1bec8e5ad200_SiteId">
    <vt:lpwstr>4e2c6054-71cb-48f1-bd6c-3a9705aca71b</vt:lpwstr>
  </property>
  <property fmtid="{D5CDD505-2E9C-101B-9397-08002B2CF9AE}" pid="7" name="MSIP_Label_56665055-977f-4acd-9884-1bec8e5ad200_ActionId">
    <vt:lpwstr>fcf8c201-b4ce-4723-8603-5915ab914422</vt:lpwstr>
  </property>
  <property fmtid="{D5CDD505-2E9C-101B-9397-08002B2CF9AE}" pid="8" name="MSIP_Label_56665055-977f-4acd-9884-1bec8e5ad200_ContentBits">
    <vt:lpwstr>3</vt:lpwstr>
  </property>
  <property fmtid="{D5CDD505-2E9C-101B-9397-08002B2CF9AE}" pid="9" name="MSIP_Label_56665055-977f-4acd-9884-1bec8e5ad200_Tag">
    <vt:lpwstr>50, 3, 0, 1</vt:lpwstr>
  </property>
  <property fmtid="{D5CDD505-2E9C-101B-9397-08002B2CF9AE}" pid="10" name="ClassificationContentMarkingFooterLocations">
    <vt:lpwstr>Office Theme:10</vt:lpwstr>
  </property>
  <property fmtid="{D5CDD505-2E9C-101B-9397-08002B2CF9AE}" pid="11" name="ClassificationContentMarkingFooterText">
    <vt:lpwstr>Confidential - Oracle Restricted</vt:lpwstr>
  </property>
  <property fmtid="{D5CDD505-2E9C-101B-9397-08002B2CF9AE}" pid="12" name="ClassificationContentMarkingHeaderLocations">
    <vt:lpwstr>Office Theme:9</vt:lpwstr>
  </property>
  <property fmtid="{D5CDD505-2E9C-101B-9397-08002B2CF9AE}" pid="13" name="ClassificationContentMarkingHeaderText">
    <vt:lpwstr>Confidential - Oracle Restricted</vt:lpwstr>
  </property>
</Properties>
</file>